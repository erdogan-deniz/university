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363" r:id="rId4"/>
    <p:sldId id="350" r:id="rId5"/>
    <p:sldId id="349" r:id="rId6"/>
    <p:sldId id="289" r:id="rId7"/>
    <p:sldId id="287" r:id="rId8"/>
    <p:sldId id="258" r:id="rId9"/>
    <p:sldId id="290" r:id="rId10"/>
    <p:sldId id="351" r:id="rId11"/>
    <p:sldId id="352" r:id="rId12"/>
    <p:sldId id="353" r:id="rId13"/>
    <p:sldId id="354" r:id="rId14"/>
    <p:sldId id="364" r:id="rId15"/>
    <p:sldId id="291" r:id="rId16"/>
    <p:sldId id="292" r:id="rId17"/>
    <p:sldId id="296" r:id="rId18"/>
    <p:sldId id="295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 horzBarState="maximized">
    <p:restoredLeft sz="11418" autoAdjust="0"/>
    <p:restoredTop sz="94692" autoAdjust="0"/>
  </p:normalViewPr>
  <p:slideViewPr>
    <p:cSldViewPr>
      <p:cViewPr>
        <p:scale>
          <a:sx n="90" d="100"/>
          <a:sy n="90" d="100"/>
        </p:scale>
        <p:origin x="-1284" y="-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3246" y="-10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8AB1D6-30AA-4CA6-99FD-980491164296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AE83B-B78C-4D94-8D91-1F19696FCE5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35683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5AE83B-B78C-4D94-8D91-1F19696FCE5F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2FC50-6BAC-4634-8DA2-0E2EE76CB92E}" type="datetimeFigureOut">
              <a:rPr lang="ru-RU" smtClean="0"/>
              <a:pPr/>
              <a:t>25.02.2020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993BD-EBC2-4D71-94E9-462A320E92C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14348" y="714357"/>
            <a:ext cx="7772400" cy="1470025"/>
          </a:xfrm>
        </p:spPr>
        <p:txBody>
          <a:bodyPr>
            <a:norm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Природа сознания.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 smtClean="0">
                <a:latin typeface="Times New Roman" pitchFamily="18" charset="0"/>
                <a:cs typeface="Times New Roman" pitchFamily="18" charset="0"/>
              </a:rPr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57157" y="1785926"/>
            <a:ext cx="8501123" cy="385765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ru-RU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endPara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60000" lvl="0" indent="-360000" algn="just">
              <a:spcBef>
                <a:spcPts val="0"/>
              </a:spcBef>
              <a:buFont typeface="+mj-lt"/>
              <a:buAutoNum type="arabicPeriod"/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Понятие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сознания в философии.</a:t>
            </a:r>
          </a:p>
          <a:p>
            <a:pPr marL="360000" lvl="0" indent="-360000" algn="just">
              <a:spcBef>
                <a:spcPts val="0"/>
              </a:spcBef>
              <a:buFont typeface="+mj-lt"/>
              <a:buAutoNum type="arabicPeriod"/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Происхождение и сущность сознания.</a:t>
            </a:r>
          </a:p>
          <a:p>
            <a:pPr marL="360000" lvl="0" indent="-360000" algn="just">
              <a:spcBef>
                <a:spcPts val="0"/>
              </a:spcBef>
              <a:buFont typeface="+mj-lt"/>
              <a:buAutoNum type="arabicPeriod"/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Структура и уровни сознания.</a:t>
            </a:r>
          </a:p>
          <a:p>
            <a:pPr marL="360000" lvl="0" indent="-360000" algn="just">
              <a:spcBef>
                <a:spcPts val="0"/>
              </a:spcBef>
              <a:buFont typeface="+mj-lt"/>
              <a:buAutoNum type="arabicPeriod"/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Главные свойства человеческого сознания.</a:t>
            </a:r>
          </a:p>
          <a:p>
            <a:pPr marL="360000" lvl="0" indent="-360000" algn="just">
              <a:spcBef>
                <a:spcPts val="0"/>
              </a:spcBef>
              <a:buFont typeface="+mj-lt"/>
              <a:buAutoNum type="arabicPeriod"/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Язык как средство общения, единство языка и сознания. </a:t>
            </a:r>
          </a:p>
          <a:p>
            <a:pPr marL="360000" lvl="0" indent="-360000" algn="just">
              <a:spcBef>
                <a:spcPts val="0"/>
              </a:spcBef>
              <a:buFont typeface="+mj-lt"/>
              <a:buAutoNum type="arabicPeriod"/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Мышление: его сущность и основные формы. Мышление и язык.</a:t>
            </a:r>
          </a:p>
          <a:p>
            <a:pPr marL="360000" lvl="0" indent="-360000" algn="just">
              <a:spcBef>
                <a:spcPts val="0"/>
              </a:spcBef>
              <a:buFont typeface="+mj-lt"/>
              <a:buAutoNum type="arabicPeriod"/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Творчество, рациональное и иррациональное в познавательной деятельности.</a:t>
            </a:r>
          </a:p>
          <a:p>
            <a:pPr algn="just">
              <a:spcBef>
                <a:spcPts val="0"/>
              </a:spcBef>
            </a:pPr>
            <a:endParaRPr lang="ru-RU" sz="20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42844" y="142852"/>
            <a:ext cx="885831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Понятие сознания в философии.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Сознание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это весьма сложное, многогранное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многоаспектное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явление, возникающее лишь на определенном этапе развития живой природы.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Феномен сознания в силу своей многогранности изучается различными науками, каждая из которых склонна определять его сообразно своим целям и интересам, каждое из этих определений оказывается при этом неполным или односторонним.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Проблема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сознания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механизма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возникновения, внутренней сущности, влияния на материю) до сих пор остается большой загадкой. Философия исследует данную проблему, идут дискуссии, выдвигаются гипотезы, но окончательный ответ на вопрос, что такое сознание и какова его природа, еще не дан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Познание, осознание вещей имеет различные уровни, глубину проникновения в объект и степень ясности понимания. Отсюда обыденное, научное, философское, эстетическое и религиозное осознание мира, а также чувственный и рациональный уровни сознания. 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Ощущения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восприятия, представления, понятия, мышление образуют ядро сознания. Однако они не исчерпывают всей его структурной полноты: оно включает в себя и акт внимания как свой необходимый компонент. Именно благодаря сосредоточенности внимания определенный круг объектов находится в фокусе сознания.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философской точки зрения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под 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сознанием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понимают человеческую способность целенаправленно, обобщенно и оценочно отражать объективную реальность в чувственных или логических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образах.</a:t>
            </a: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Сознание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это не просто некий образ, а идеальная форма деятельности, которая ориентирована на активное отражение и преобразования мира. </a:t>
            </a: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Сознание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это важнейшая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категория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философии, обозначающая человеческую способность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идеального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воспроизведения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действительности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i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Сознание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это философская категория, означающая первооснову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идеального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бытия.</a:t>
            </a: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i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Сознание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это присущая только человеку способность целенаправленно и обобщенно воспроизводить действительность в идеальной форме, обеспечивающей возможность как свободной ориентации в окружающей среде, так и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ее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преобразования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процессе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предметно-практической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деятельности.</a:t>
            </a: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i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Сознание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это высшая, свойственная только людям и связанная с речью функция мозга, заключающаяся в обобщенном и целенаправленном отражении действительности, в предварительном мысленном построении действий и предвидении их результатов, в разумном регулировании и самоконтролировании поведения человека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i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Сознание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это субъективный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образ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объективного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мира, т. е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способность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человека, обладающего знанием, выделять себя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из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окружающего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мира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противопоставлять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себя ему как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субъекта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объекту.</a:t>
            </a: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i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Сознание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— это целеполагающая деятельность, т. е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предварительное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мысленное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построение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образа самой деятельности и получаемого в ходе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ее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определенного 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результата.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5" y="142852"/>
            <a:ext cx="885831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x-none" smtClean="0">
                <a:latin typeface="Times New Roman" pitchFamily="18" charset="0"/>
                <a:cs typeface="Times New Roman" pitchFamily="18" charset="0"/>
              </a:rPr>
              <a:t>В настоящее время философия с достоверностью может утверждать лишь то, что: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Сознание существует.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Сознание имеет особую, идеальную природу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(сущность) - данное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положение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признают и материалисты, однако при этом считают, что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идеальное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сознание, тем не менее, производно от материи.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just"/>
            <a:r>
              <a:rPr lang="x-none" i="1" smtClean="0">
                <a:latin typeface="Times New Roman" pitchFamily="18" charset="0"/>
                <a:cs typeface="Times New Roman" pitchFamily="18" charset="0"/>
              </a:rPr>
              <a:t>Предмет сознания</a:t>
            </a:r>
            <a:r>
              <a:rPr lang="x-none" smtClean="0">
                <a:latin typeface="Times New Roman" pitchFamily="18" charset="0"/>
                <a:cs typeface="Times New Roman" pitchFamily="18" charset="0"/>
              </a:rPr>
              <a:t>: окружающий мир, его предметы, явления; особый, самостоятельный духовный мир человека, как связанный с высшим миром, так и не связанный.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Основные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формы сознания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восприятие; осмысление; оценка; воспоминание; фантазирование; жизненный опыт.</a:t>
            </a:r>
          </a:p>
          <a:p>
            <a:pPr algn="just"/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Основные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функции сознания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социальном бытии человека: ориентирующая; познавательная; целеполагающая; регулятивная; контролирующая; созидательная;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аксиологическая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 прогностическая и др.</a:t>
            </a:r>
          </a:p>
          <a:p>
            <a:pPr algn="just"/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x-none" i="1" smtClean="0">
                <a:latin typeface="Times New Roman" pitchFamily="18" charset="0"/>
                <a:cs typeface="Times New Roman" pitchFamily="18" charset="0"/>
              </a:rPr>
              <a:t>Основа </a:t>
            </a:r>
            <a:r>
              <a:rPr lang="x-none" i="1" smtClean="0">
                <a:latin typeface="Times New Roman" pitchFamily="18" charset="0"/>
                <a:cs typeface="Times New Roman" pitchFamily="18" charset="0"/>
              </a:rPr>
              <a:t>формирования</a:t>
            </a:r>
            <a:r>
              <a:rPr lang="x-none" smtClean="0">
                <a:latin typeface="Times New Roman" pitchFamily="18" charset="0"/>
                <a:cs typeface="Times New Roman" pitchFamily="18" charset="0"/>
              </a:rPr>
              <a:t> сознания человека  – это его материально-предметная (трудовая) деятельность. Сознание неотделимо от деятельности, оно возникает в процессе труда, развивается и обогащается </a:t>
            </a:r>
            <a:r>
              <a:rPr lang="x-none" smtClean="0">
                <a:latin typeface="Times New Roman" pitchFamily="18" charset="0"/>
                <a:cs typeface="Times New Roman" pitchFamily="18" charset="0"/>
              </a:rPr>
              <a:t>под </a:t>
            </a:r>
            <a:r>
              <a:rPr lang="x-none" smtClean="0">
                <a:latin typeface="Times New Roman" pitchFamily="18" charset="0"/>
                <a:cs typeface="Times New Roman" pitchFamily="18" charset="0"/>
              </a:rPr>
              <a:t>воздействием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x-none" smtClean="0">
                <a:latin typeface="Times New Roman" pitchFamily="18" charset="0"/>
                <a:cs typeface="Times New Roman" pitchFamily="18" charset="0"/>
              </a:rPr>
              <a:t>социокультурной </a:t>
            </a:r>
            <a:r>
              <a:rPr lang="x-none" smtClean="0">
                <a:latin typeface="Times New Roman" pitchFamily="18" charset="0"/>
                <a:cs typeface="Times New Roman" pitchFamily="18" charset="0"/>
              </a:rPr>
              <a:t>реальности. Определяющую роль играет практика.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Содержание сознания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реализуется через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деятельность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человека.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27079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x-none" sz="1800" b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Происхождение и сущность сознания.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философии существует </a:t>
            </a:r>
            <a:r>
              <a:rPr lang="x-none" sz="1800" i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несколько основных подходов</a:t>
            </a:r>
            <a:r>
              <a:rPr lang="x-none" sz="18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к проблеме сознания: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Физикализм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это крайне материалистический подход к проблеме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сознания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согласно которому сознания как самостоятельной субстанции не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существует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оно есть порождение материи и объяснимо с точки зрения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физики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 других естественных наук.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Субъективный идеализм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(солипсизм) – согласно ему сознание индивида является единственной достоверной реальностью, а материальный мир - его порождение (Беркли, Юм, Фихте и др.).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Объективный идеализм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- признает наличие, как сознания, так и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материи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однако сознанию отводит первичную (творческую) роль и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рассматривает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его в отрыве от личности индивида как часть «мирового сознания» (духа, абсолютной идеи и т.п.)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Умеренный материализм (теория отражения)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считает сознание особым проявлением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материи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способностью высокоорганизованной материи отражать саму себя (хотя и признает за ним качество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идеальности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- точка зрения,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наиболее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распространенная в российской философии.</a:t>
            </a:r>
          </a:p>
          <a:p>
            <a:pPr algn="just">
              <a:spcBef>
                <a:spcPts val="0"/>
              </a:spcBef>
            </a:pP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sz="1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34831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79512" y="142852"/>
            <a:ext cx="8821644" cy="6526508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Структура и уровни сознания. </a:t>
            </a:r>
            <a:endParaRPr lang="ru-RU" sz="19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 описании структуры сознания обычно выделяются следующие. Сознание — это двумерное явление: </a:t>
            </a:r>
          </a:p>
          <a:p>
            <a:pPr marL="360000" lvl="0" indent="-360000" algn="just">
              <a:lnSpc>
                <a:spcPct val="11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во-первых, оно включает в себя информацию о внешнем мире, объекте; </a:t>
            </a:r>
          </a:p>
          <a:p>
            <a:pPr marL="360000" lvl="0" indent="-360000" algn="just">
              <a:lnSpc>
                <a:spcPct val="11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во-вторых, оно направлено и на самого носителя, субъекта сознания, т.е. сознание выступает в качестве самосознания. В ту картину мира, которую формирует сознание, включен и сам человек, его действия и состояния.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en-US" sz="19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Самосознание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является существенным моментом сознания.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Самосознание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— это осознание человеком своей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деятельности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мыслей, чувств, интересов, потребностей. Самосознание способствует развитию субъекта, его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рационально-нравственному совершенствованию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endParaRPr lang="ru-RU" sz="19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Развитой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формой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самосознания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является теоретическая рефлексия, посредством которой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через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систему понятий раскрывается социальная природа субъекта.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Существует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 личностная рефлексия как проявление глубоких раздумий человека о смысле собственного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бы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ия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его нравственной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насыщенности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Способность осуществлять самопознание, т.е. направлять психическую деятельность на самого себя, — это уникальное свойство человека, отличающее его от животных.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процессе самосознания человек осознает смысл собственной жизни, развивает свои умственные, нравственные, а также 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профессиональные качества</a:t>
            </a:r>
            <a:r>
              <a:rPr lang="ru-RU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самосовершенствуется.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</a:pPr>
            <a:r>
              <a:rPr lang="ru-RU" sz="19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Сознание, самосознание в психике человека тесно связаны с бессознательным. </a:t>
            </a: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Бессознательное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это те явления, процессы, состояния, которые оказывают влияние на поведение человека, но не осознаются им. Бессознательное начало представлено практически во всех психических процессах, состояниях и свойствах человека. У человека есть бессознательная память, бессознательное мышление, бессознательная мотивация, бессознательные ощущения и т.п. 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Сознательное 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 бессознательное в психике человека не отгорожены и постоянно влияют друг на друга. Кроме того, человек в состоянии контролировать всю свою психику на уровне сознания. </a:t>
            </a: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Сознание 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включает несколько основных структурных блоков, главными из которых являются: </a:t>
            </a:r>
          </a:p>
          <a:p>
            <a:pPr marL="360000" lvl="0" indent="-360000" algn="just">
              <a:spcBef>
                <a:spcPts val="0"/>
              </a:spcBef>
              <a:buFont typeface="Arial" pitchFamily="34" charset="0"/>
              <a:buChar char="•"/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ознавательные процессы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к которым относятся ощущения, восприятия, представления, мышление, память, язык и речь; </a:t>
            </a:r>
          </a:p>
          <a:p>
            <a:pPr marL="360000" lvl="0" indent="-360000" algn="just">
              <a:spcBef>
                <a:spcPts val="0"/>
              </a:spcBef>
              <a:buFont typeface="Arial" pitchFamily="34" charset="0"/>
              <a:buChar char="•"/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э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моциональные состояния </a:t>
            </a: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позитивные и негативные, активные и пассивные и т.д.; </a:t>
            </a:r>
          </a:p>
          <a:p>
            <a:pPr marL="360000" lvl="0" indent="-360000" algn="just">
              <a:spcBef>
                <a:spcPts val="0"/>
              </a:spcBef>
              <a:buFont typeface="Arial" pitchFamily="34" charset="0"/>
              <a:buChar char="•"/>
            </a:pPr>
            <a:r>
              <a:rPr lang="ru-RU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волевые процессы - принятие и исполнение решений, волевые усилия. </a:t>
            </a: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Достаточно условно в структуре сознания можно выделить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четыре составляющие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Телесно-перцептивные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способности и получаемые на их основе знания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(ТПС) -  с помощью ТПС человек получает первичные знания об окружающем его мире и о себе самом.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Логико-понятийные способности и знания, получаемые на их основе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(ЛПС) - ЛПС дает возможность выйти за пределы непосредственно чувственного данного, достичь сущностного понимания объектов, закономерностей связей между ними.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Эмоциональные компоненты сознания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(ЭК) - ЭК не связана непосредственным образом с внешним миром. Это сфера личностных переживаний, воспоминаний, предчувствий и т.п.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Ценностно-смысловые компоненты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(ЦСК) - ЦСК содержит в себе высшие мотивы деятельности, ее духовные идеалы, способности к их формированию и пониманию (воображение, интуиция).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Все эти структуры сознания обеспечивают формирование знаний и предметно-практическую деятельность человека по удовлетворению его многообразных потребностей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00858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Можно выделить 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существенные черты 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сознания: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Сознание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динамично, подвижно, изменчиво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В фокусе сознания непрерывно, с утра до вечера и даже во сне, у человека появляются, сменяя друг друга, то одни, то другие образы, мысли, представления. Сознание напоминает течение реки. Поэтому его иногда характеризуют термином «поток сознания». 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Сознание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никогда не существует в «чистом виде», само по себе, изолированно от его конкретного носителя.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Эта особенность сознания выражается термином «</a:t>
            </a:r>
            <a:r>
              <a:rPr lang="ru-RU" sz="1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субъектность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сознания», а также отражается формулой: «Сознание — есть субъективный образ объективного мира». Все произведения человеческой культуры — материальные и духовные — первоначально возникли в сознании их творцов. 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Всякое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индивидуальное сознание не возникает на пустом месте, в вакууме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Важнейшей особенностью сознания является тесная связь индивидуального сознания с общественным сознанием. Эта связь осуществляется через язык и речь, которые в своем содержании воплощают весь опыт человеческой культуры. Каждый человек в ходе индивидуального развития через язык и речь, так или иначе, приобщается к общественному сознанию.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Поэтому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сознание выступает в двух формах: 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индивидуальной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личностной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и 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общественной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2"/>
            <a:ext cx="8858312" cy="59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Индивидуальное сознание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отдельных людей – это индивидуальные особенности восприятия ими различных явлений общественной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жизни. Это индивидуальные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особенности их взглядов, интересов и ценностных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ориентаций. Все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порождает определенные особенности в их действиях 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поведении. 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индивидуальном сознании человека проявляются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особенности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его жизни и деятельности в обществе, его личный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жизненный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опыт, а также особенности его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характера, темперамента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уровень его духовной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культуры 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другие объективные 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субъективные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обстоятельства его социального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существования.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Все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это формирует неповторимый духовный мир отдельных людей,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проявлением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которого выступает их индивидуальное сознание.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Индивидуальное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сознание функционирует не автономно от общественного сознания, не является абсолютно независимым от него. Индивидуальное сознание любого человека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формируется и развивается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основе общественного сознания и, наоборот, индивидуальное сознание многих людей существенно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обогащает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общественное сознание яркими образами, переживаниями и идеями, вносит вклад в развитие науки, искусства и т. д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2000" dirty="0" smtClean="0"/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506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2"/>
            <a:ext cx="8858312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Общественное сознание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это совокупность чувств, настроений, разнообразных взглядов, идей и теорий, отражающих различные стороны общественной жизни. Общественное сознание имеет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социальную природу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возникает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из общественной практики людей как результат их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производственной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семейно-бытовой, политической и иной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деятельности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Социальная природа общественного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сознания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его основная особенность заключается в том, что его можно представить как результат совместного осмысления социальной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действительности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практически взаимодействующими между собой людьми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Сознание активно.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Эта черта сознания проявляется не только в процессе создания и изменения «картины мира», но и в предметно-практической деятельности по удовлетворению потребностей человека, которому необходим адекватный образ мира для того, чтобы его деятельность была эффективной. Эта особенность сознания выражается формулой: «сознание не только отражает мир, но и творит его». Это означает, что если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психика животных обеспечивает, прежде всего, приспособление животного к окружающему миру, то сознание человека может позволить ему изменить мир, приспособив его к своим потребностям.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Сознание может не только отражать реальный мир, но и создавать идеальные конструкции, представления, которым нет аналогов, прообразов в реальном мире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Человек способен, отвлекаясь от реального восприятия окружающей действительности, рисовать в своем воображении то, что в данный момент не существует, или даже то, что никогда не существовало и не будет существовать. Таково содержание религий, социальных утопий, а также некоторых гипотез, претендующих на статус научности.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22441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142852"/>
            <a:ext cx="882164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основе выделения существенных черт человеческого сознания можно сформулировать его главные свойства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Главные свойства человеческого сознания: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Активность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проявляется в создании теоретических моделей, объясняющих закономерности окружающего мира; разработке прогнозов развития природных и социальных явлений и процессов.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Идеальность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образ предмета аналогичен самому предмету. Образы, существующие в уме человека, не имеют материальных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характеристик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массы, запаха, четких размеров, формы. Сознание может «господствовать» над образами - увеличивать,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уменьшать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вызывать их, «стирать». 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сознании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возможно то, что невозможно в реальном мире (человек может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представить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все). Никому со стороны не удавалось «увидеть» сознание другого человека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i="1" dirty="0" err="1" smtClean="0">
                <a:latin typeface="Times New Roman" pitchFamily="18" charset="0"/>
                <a:cs typeface="Times New Roman" pitchFamily="18" charset="0"/>
              </a:rPr>
              <a:t>Интенциональность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означает предметность и направленность сознания. Сознание не может быть беспредметным, что-то всегда является предметом сознания.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Креативность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идеаторность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- означает способность сознания создавать нечто новое, творить и воспроизводить идеи, не возникающие в материальном мире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естественным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порядком. Благодаря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идеаторности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стали возможными эволюция человечества и развитие, углубление самого сознания.</a:t>
            </a:r>
          </a:p>
          <a:p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xmlns="" val="3323941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3"/>
            <a:ext cx="885831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Язык как средство общения, единство языка и сознания.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Язык 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система кодирования, передачи и распространения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содержания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сознания.</a:t>
            </a: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Язык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это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непосредственная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деятельность мысли, сознания. Язык участвует в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процессе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мыслительной деятельности как ее чувственная основа. 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Сущность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языка выявляется в двух функциях: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Язык – это средство общения.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Язык – это орудие мышления - в речи человек фиксирует свои мысли, чувства и благодаря этому имеет возможность подвергать их анализу как вне его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лежащий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идеальный объект. </a:t>
            </a:r>
          </a:p>
          <a:p>
            <a:pPr algn="just"/>
            <a:endParaRPr lang="ru-RU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Сознание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выявляется и формируется с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помощью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языка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Наши мысли строятся в соответствии с нашим языком и должны ему соответствовать. Справедливо и обратное: мы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организуем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нашу речь в соответствии с логикой нашей мысли.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Поэтому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сознание и язык в своем существовании образуют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единство.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Сознание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язык предполагают друг друга. Сознание отражает действительность, а язык обозначает ее 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выражает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мысли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8487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2844" y="142853"/>
            <a:ext cx="8858311" cy="6215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Мышление: его сущность и основные формы. Мышление и язык.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Мышление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это целенаправленное,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опосредованное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обобщенное отражение человеком существенных свойств и отношений вещей и активный процесс, направленный на постановку проблем и их решение. </a:t>
            </a:r>
          </a:p>
          <a:p>
            <a:pPr algn="just"/>
            <a:endParaRPr lang="ru-RU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Мышление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(гр.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ноэзис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это познавательная деятельность человека. Продуктом или результатом мышления является мысль (понятие, смысл, идея).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Мышление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можно рассматривать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как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процесс оперирования конкретно-чувственными или понятийными образами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Выделяют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практическое и теоретическое мышление.</a:t>
            </a: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Практическое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мышление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направлено на решение частных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конкретных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задач.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Практическое мышление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непосредственно включено в практику и постоянно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подвергается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ее контролирующему воздействию. Практическое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мышление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направлено на реализацию мысли, идеи, теории в жизнь.</a:t>
            </a:r>
          </a:p>
          <a:p>
            <a:pPr algn="just"/>
            <a:endParaRPr lang="ru-RU" i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Теоретическое мышление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направлено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отыскание общих закономерностей. Теоретическое мышление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сосредоточено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преимущественно на переходе от ощущения к мысли, идее, теории. Теоретическое мышление подвергается практической проверке не в каждом звене, а только в конечных результатах.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79565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Основные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формы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мышления:</a:t>
            </a:r>
          </a:p>
          <a:p>
            <a:pPr marL="34290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Понятие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это мысль, в которой отражаются общие, существенные свойства, связи предметов и явлений. 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Суждение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это такая форма мысли, в которой посредством связи понятий утверждается (или отрицается) что-либо о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чем-либо.</a:t>
            </a:r>
          </a:p>
          <a:p>
            <a:pPr marL="34290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Умозаключение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это операция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мышления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в ходе которой из сопоставления ряда посылок выводится новое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суждение.</a:t>
            </a:r>
          </a:p>
          <a:p>
            <a:pPr marL="34290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Гипотеза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это вид умозаключения,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пытающегося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проникнуть в сущность еще недостаточно изученной области мира. В силу своего вероятностного характера гипотеза требует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проверки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 доказательства, после чего она приобретает характер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теории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Теория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- это система объективно верных, проверенных практикой знаний, воспроизводящих факты, события и их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предполагаемые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причины в определенной логической связи; это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система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суждений и умозаключений, объясняющих определенный класс явлений и осуществляющих научное предвидение. </a:t>
            </a: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Мышление неразрывно связано с языком.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В языке находят выражение наши мысли. Он является способом сохранения и передачи информации и средством общения. 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 помощью языка, который особым образом материализует наши мысли, мы познаем объективный мир. Это происходит потому, что язык, так или иначе, соответствует предметам действительности, их свойствам и отношениям. Иначе говоря, в языке существуют элементы, заменяющие названные объекты. Эти элементы играют роль представителей объектов познания в мышлении, являются знаками предметов, свойств или отношений.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силу этого язык может рассматриваться как знаковая система, служащая для фиксации, хранения, обработки и передачи информации.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Выделяются 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виды языка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60000" lvl="0" indent="-360000" algn="just">
              <a:spcBef>
                <a:spcPts val="0"/>
              </a:spcBef>
              <a:buFont typeface="Arial" pitchFamily="34" charset="0"/>
              <a:buChar char="•"/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естественный язык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- возникает спонтанно в процессе развития человека как необходимое средство общения и познания (русский, английский, немецкий и др.).</a:t>
            </a:r>
          </a:p>
          <a:p>
            <a:pPr marL="360000" lvl="0" indent="-360000" algn="just">
              <a:spcBef>
                <a:spcPts val="0"/>
              </a:spcBef>
              <a:buFont typeface="Arial" pitchFamily="34" charset="0"/>
              <a:buChar char="•"/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искусственный язык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 создается человеком для каких-либо целей (азбука Морзе, эсперанто, языки логики, языки программирования и т.п.)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естественном языке являются слова и словосочетания, в искусственном – те или иные символы. 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Основными 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функциями любого языка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являются следующие:</a:t>
            </a:r>
          </a:p>
          <a:p>
            <a:pPr marL="360000" lvl="0" indent="-360000" algn="just">
              <a:spcBef>
                <a:spcPts val="0"/>
              </a:spcBef>
              <a:buFont typeface="Arial" pitchFamily="34" charset="0"/>
              <a:buChar char="•"/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коммуникативная (средство общения, средство выражения, хранения и передачи информации);</a:t>
            </a:r>
          </a:p>
          <a:p>
            <a:pPr marL="360000" lvl="0" indent="-360000" algn="just">
              <a:spcBef>
                <a:spcPts val="0"/>
              </a:spcBef>
              <a:buFont typeface="Arial" pitchFamily="34" charset="0"/>
              <a:buChar char="•"/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гносеологическая (средство мышления, средство получения нового знания).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Творчество, рациональное и иррациональное в познавательной деятельности.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Творчество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это человеческая деятельность,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характеризующаяся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принципиальной новизной. Творчество имеет место в любой области человеческой деятельности — художественной, политической,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хозяйственно-административной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 т.п. </a:t>
            </a: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Творческое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мышление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направлено на получение новых результатов в практике, науке, технике. Пытливость - существенный признак мыслящего человека. </a:t>
            </a:r>
          </a:p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Рациональное в познавательной деятельности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это: 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Дискурсивное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мышление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(от лат. </a:t>
            </a:r>
            <a:r>
              <a:rPr lang="en-US" sz="1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discurrere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— «распадаться, разделяться») – это интеллектуальная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деятельность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основанная на отчетливо отделенных друг от друга процедурах, т. е. логически алгоритмизированная деятельность. </a:t>
            </a:r>
          </a:p>
          <a:p>
            <a:pPr marL="342900" lvl="0" indent="-342900" algn="just">
              <a:spcBef>
                <a:spcPts val="0"/>
              </a:spcBef>
              <a:buFont typeface="+mj-lt"/>
              <a:buAutoNum type="arabicPeriod"/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Обоснование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– это уточнение и проверка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решения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его дальнейшая разработка и аргументированное изложение.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2844" y="142852"/>
            <a:ext cx="8858312" cy="6572296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Иррациональное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(от лат. </a:t>
            </a:r>
            <a:r>
              <a:rPr lang="la-Latn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irrationalis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— неразумный, нелогичный) </a:t>
            </a:r>
            <a:r>
              <a:rPr lang="ru-RU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познавательной деятельности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это: </a:t>
            </a: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Инкубация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 это этап скрытой активности поиска решения, т. е. неосознаваемый уровень психической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деятельности.</a:t>
            </a:r>
          </a:p>
          <a:p>
            <a:pPr algn="just">
              <a:spcBef>
                <a:spcPts val="0"/>
              </a:spcBef>
            </a:pPr>
            <a:endParaRPr lang="ru-RU" sz="1800" i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Интуиция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ru-RU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инсайт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(от англ.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insight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— «способность проникновения, проницательность») - это непосредственное постижение истины без логического обоснования, проницательность, озарение, когда ученый внезапно находит нужное решение, которое часто оказывается существенно отличным от тех вариантов, на которые он рассчитывал в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начале.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Именно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инкубации и </a:t>
            </a:r>
            <a:r>
              <a:rPr lang="ru-RU" sz="1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инсайте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во время скрытой неосознаваемой активности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сознания 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творчество выступает как иррациональный процесс, т. е. на первый план здесь выходит интуиция</a:t>
            </a:r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2046</TotalTime>
  <Words>2495</Words>
  <Application>Microsoft Office PowerPoint</Application>
  <PresentationFormat>Экран (4:3)</PresentationFormat>
  <Paragraphs>173</Paragraphs>
  <Slides>18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Тема Office</vt:lpstr>
      <vt:lpstr>Природа сознания.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периоды в истории и философии науки </dc:title>
  <dc:creator/>
  <cp:lastModifiedBy/>
  <cp:revision>274</cp:revision>
  <dcterms:created xsi:type="dcterms:W3CDTF">2016-02-18T07:23:32Z</dcterms:created>
  <dcterms:modified xsi:type="dcterms:W3CDTF">2020-02-25T07:29:17Z</dcterms:modified>
</cp:coreProperties>
</file>