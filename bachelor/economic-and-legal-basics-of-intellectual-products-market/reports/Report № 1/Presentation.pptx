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278" r:id="rId5"/>
    <p:sldId id="279" r:id="rId6"/>
    <p:sldId id="280" r:id="rId7"/>
    <p:sldId id="284" r:id="rId8"/>
    <p:sldId id="282" r:id="rId9"/>
    <p:sldId id="285" r:id="rId10"/>
    <p:sldId id="287" r:id="rId11"/>
    <p:sldId id="294" r:id="rId12"/>
    <p:sldId id="295" r:id="rId13"/>
    <p:sldId id="292" r:id="rId14"/>
    <p:sldId id="296" r:id="rId15"/>
    <p:sldId id="293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A37D80-6434-44D0-A028-1B22A696006F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86" autoAdjust="0"/>
    <p:restoredTop sz="94609" autoAdjust="0"/>
  </p:normalViewPr>
  <p:slideViewPr>
    <p:cSldViewPr snapToGrid="0" snapToObjects="1">
      <p:cViewPr>
        <p:scale>
          <a:sx n="75" d="100"/>
          <a:sy n="75" d="100"/>
        </p:scale>
        <p:origin x="984" y="269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4" d="100"/>
          <a:sy n="24" d="100"/>
        </p:scale>
        <p:origin x="3475" y="12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42D35-0463-4920-BEF7-2B88080E67A2}" type="datetimeFigureOut">
              <a:rPr lang="en-US" smtClean="0"/>
              <a:t>9/24/2023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26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00201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03092" y="69574"/>
            <a:ext cx="5385816" cy="3139970"/>
          </a:xfrm>
        </p:spPr>
        <p:txBody>
          <a:bodyPr tIns="0" anchor="b" anchorCtr="0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49496" y="3255267"/>
            <a:ext cx="3493008" cy="1644724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89452"/>
            <a:ext cx="5693664" cy="25805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99616" y="2770632"/>
            <a:ext cx="5693664" cy="312216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224528" y="815009"/>
            <a:ext cx="6766560" cy="281146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003536" y="472108"/>
            <a:ext cx="987552" cy="244503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4224528" y="3723748"/>
            <a:ext cx="6766560" cy="244723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95600" y="1699591"/>
            <a:ext cx="6400800" cy="2844977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95600" y="4598948"/>
            <a:ext cx="6400800" cy="847695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31520"/>
            <a:ext cx="10665089" cy="136205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9496" y="2103120"/>
            <a:ext cx="11119104" cy="44348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904" y="2825496"/>
            <a:ext cx="10680192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41121" y="1344404"/>
            <a:ext cx="6984906" cy="2560441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33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347664"/>
            <a:ext cx="768096" cy="1882471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120" y="3977196"/>
            <a:ext cx="4971237" cy="864804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952" y="751398"/>
            <a:ext cx="10671048" cy="136205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 cap="all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937" y="755729"/>
            <a:ext cx="10665089" cy="85997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71016" y="1674543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320463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9647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71016" y="427347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919391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95400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8288" y="1674543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320463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9647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828288" y="427347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919391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95400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85560" y="1674543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320463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9647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385560" y="427347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919391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95400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942832" y="1674543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320463"/>
            <a:ext cx="2029968" cy="694944"/>
          </a:xfrm>
          <a:solidFill>
            <a:schemeClr val="accent1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96472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942832" y="427347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919391"/>
            <a:ext cx="2029968" cy="694944"/>
          </a:xfrm>
          <a:solidFill>
            <a:schemeClr val="accent4"/>
          </a:solidFill>
        </p:spPr>
        <p:txBody>
          <a:bodyPr lIns="0" tIns="155448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400" b="0" cap="all" spc="2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95400"/>
            <a:ext cx="2029968" cy="2692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952" y="701702"/>
            <a:ext cx="10671048" cy="144435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32B254-F115-AAF3-09C2-B631F5CDC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329989" y="2370268"/>
            <a:ext cx="722376" cy="722376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339134" y="2379412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2758440"/>
            <a:ext cx="2011680" cy="2826771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2011680 w 2011680"/>
              <a:gd name="connsiteY2" fmla="*/ 1598 h 2826771"/>
              <a:gd name="connsiteX3" fmla="*/ 2011680 w 2011680"/>
              <a:gd name="connsiteY3" fmla="*/ 2826771 h 2826771"/>
              <a:gd name="connsiteX4" fmla="*/ 0 w 2011680"/>
              <a:gd name="connsiteY4" fmla="*/ 2826771 h 2826771"/>
              <a:gd name="connsiteX5" fmla="*/ 0 w 2011680"/>
              <a:gd name="connsiteY5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358727 w 2011680"/>
              <a:gd name="connsiteY2" fmla="*/ 0 h 2826771"/>
              <a:gd name="connsiteX3" fmla="*/ 2011680 w 2011680"/>
              <a:gd name="connsiteY3" fmla="*/ 1598 h 2826771"/>
              <a:gd name="connsiteX4" fmla="*/ 2011680 w 2011680"/>
              <a:gd name="connsiteY4" fmla="*/ 2826771 h 2826771"/>
              <a:gd name="connsiteX5" fmla="*/ 0 w 2011680"/>
              <a:gd name="connsiteY5" fmla="*/ 2826771 h 2826771"/>
              <a:gd name="connsiteX6" fmla="*/ 0 w 2011680"/>
              <a:gd name="connsiteY6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0112 w 2011680"/>
              <a:gd name="connsiteY2" fmla="*/ 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46257 w 2011680"/>
              <a:gd name="connsiteY1" fmla="*/ 0 h 2826771"/>
              <a:gd name="connsiteX2" fmla="*/ 1012017 w 2011680"/>
              <a:gd name="connsiteY2" fmla="*/ 335280 h 2826771"/>
              <a:gd name="connsiteX3" fmla="*/ 1358727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6771">
                <a:moveTo>
                  <a:pt x="0" y="1598"/>
                </a:moveTo>
                <a:lnTo>
                  <a:pt x="646257" y="0"/>
                </a:lnTo>
                <a:cubicBezTo>
                  <a:pt x="699597" y="218440"/>
                  <a:pt x="783417" y="292100"/>
                  <a:pt x="1012017" y="335280"/>
                </a:cubicBezTo>
                <a:cubicBezTo>
                  <a:pt x="1289512" y="299720"/>
                  <a:pt x="1340312" y="106045"/>
                  <a:pt x="1358727" y="0"/>
                </a:cubicBezTo>
                <a:lnTo>
                  <a:pt x="2011680" y="1598"/>
                </a:lnTo>
                <a:lnTo>
                  <a:pt x="2011680" y="2826771"/>
                </a:lnTo>
                <a:lnTo>
                  <a:pt x="0" y="2826771"/>
                </a:lnTo>
                <a:lnTo>
                  <a:pt x="0" y="1598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338" y="4064834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058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485599-A799-0E8C-D368-451B9DE02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545563" y="2373190"/>
            <a:ext cx="722376" cy="722376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554707" y="2379412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0" y="2756536"/>
            <a:ext cx="2011680" cy="2828676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4646 h 2829819"/>
              <a:gd name="connsiteX1" fmla="*/ 994434 w 2011680"/>
              <a:gd name="connsiteY1" fmla="*/ 0 h 2829819"/>
              <a:gd name="connsiteX2" fmla="*/ 2011680 w 2011680"/>
              <a:gd name="connsiteY2" fmla="*/ 4646 h 2829819"/>
              <a:gd name="connsiteX3" fmla="*/ 2011680 w 2011680"/>
              <a:gd name="connsiteY3" fmla="*/ 2829819 h 2829819"/>
              <a:gd name="connsiteX4" fmla="*/ 0 w 2011680"/>
              <a:gd name="connsiteY4" fmla="*/ 2829819 h 2829819"/>
              <a:gd name="connsiteX5" fmla="*/ 0 w 2011680"/>
              <a:gd name="connsiteY5" fmla="*/ 4646 h 2829819"/>
              <a:gd name="connsiteX0" fmla="*/ 0 w 2011680"/>
              <a:gd name="connsiteY0" fmla="*/ 4646 h 2829819"/>
              <a:gd name="connsiteX1" fmla="*/ 994434 w 2011680"/>
              <a:gd name="connsiteY1" fmla="*/ 0 h 2829819"/>
              <a:gd name="connsiteX2" fmla="*/ 2011680 w 2011680"/>
              <a:gd name="connsiteY2" fmla="*/ 4646 h 2829819"/>
              <a:gd name="connsiteX3" fmla="*/ 2011680 w 2011680"/>
              <a:gd name="connsiteY3" fmla="*/ 2829819 h 2829819"/>
              <a:gd name="connsiteX4" fmla="*/ 0 w 2011680"/>
              <a:gd name="connsiteY4" fmla="*/ 2829819 h 2829819"/>
              <a:gd name="connsiteX5" fmla="*/ 0 w 2011680"/>
              <a:gd name="connsiteY5" fmla="*/ 4646 h 2829819"/>
              <a:gd name="connsiteX0" fmla="*/ 0 w 2011680"/>
              <a:gd name="connsiteY0" fmla="*/ 4646 h 2829819"/>
              <a:gd name="connsiteX1" fmla="*/ 994434 w 2011680"/>
              <a:gd name="connsiteY1" fmla="*/ 0 h 2829819"/>
              <a:gd name="connsiteX2" fmla="*/ 2011680 w 2011680"/>
              <a:gd name="connsiteY2" fmla="*/ 4646 h 2829819"/>
              <a:gd name="connsiteX3" fmla="*/ 2011680 w 2011680"/>
              <a:gd name="connsiteY3" fmla="*/ 2829819 h 2829819"/>
              <a:gd name="connsiteX4" fmla="*/ 0 w 2011680"/>
              <a:gd name="connsiteY4" fmla="*/ 2829819 h 2829819"/>
              <a:gd name="connsiteX5" fmla="*/ 0 w 2011680"/>
              <a:gd name="connsiteY5" fmla="*/ 4646 h 2829819"/>
              <a:gd name="connsiteX0" fmla="*/ 0 w 2011680"/>
              <a:gd name="connsiteY0" fmla="*/ 4646 h 2829819"/>
              <a:gd name="connsiteX1" fmla="*/ 994434 w 2011680"/>
              <a:gd name="connsiteY1" fmla="*/ 0 h 2829819"/>
              <a:gd name="connsiteX2" fmla="*/ 1362480 w 2011680"/>
              <a:gd name="connsiteY2" fmla="*/ 3048 h 2829819"/>
              <a:gd name="connsiteX3" fmla="*/ 2011680 w 2011680"/>
              <a:gd name="connsiteY3" fmla="*/ 4646 h 2829819"/>
              <a:gd name="connsiteX4" fmla="*/ 2011680 w 2011680"/>
              <a:gd name="connsiteY4" fmla="*/ 2829819 h 2829819"/>
              <a:gd name="connsiteX5" fmla="*/ 0 w 2011680"/>
              <a:gd name="connsiteY5" fmla="*/ 2829819 h 2829819"/>
              <a:gd name="connsiteX6" fmla="*/ 0 w 2011680"/>
              <a:gd name="connsiteY6" fmla="*/ 4646 h 2829819"/>
              <a:gd name="connsiteX0" fmla="*/ 0 w 2011680"/>
              <a:gd name="connsiteY0" fmla="*/ 4646 h 2829819"/>
              <a:gd name="connsiteX1" fmla="*/ 651915 w 2011680"/>
              <a:gd name="connsiteY1" fmla="*/ 1143 h 2829819"/>
              <a:gd name="connsiteX2" fmla="*/ 994434 w 2011680"/>
              <a:gd name="connsiteY2" fmla="*/ 0 h 2829819"/>
              <a:gd name="connsiteX3" fmla="*/ 1362480 w 2011680"/>
              <a:gd name="connsiteY3" fmla="*/ 3048 h 2829819"/>
              <a:gd name="connsiteX4" fmla="*/ 2011680 w 2011680"/>
              <a:gd name="connsiteY4" fmla="*/ 4646 h 2829819"/>
              <a:gd name="connsiteX5" fmla="*/ 2011680 w 2011680"/>
              <a:gd name="connsiteY5" fmla="*/ 2829819 h 2829819"/>
              <a:gd name="connsiteX6" fmla="*/ 0 w 2011680"/>
              <a:gd name="connsiteY6" fmla="*/ 2829819 h 2829819"/>
              <a:gd name="connsiteX7" fmla="*/ 0 w 2011680"/>
              <a:gd name="connsiteY7" fmla="*/ 4646 h 2829819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51915 w 2011680"/>
              <a:gd name="connsiteY1" fmla="*/ 0 h 2828676"/>
              <a:gd name="connsiteX2" fmla="*/ 1005864 w 2011680"/>
              <a:gd name="connsiteY2" fmla="*/ 336042 h 2828676"/>
              <a:gd name="connsiteX3" fmla="*/ 1362480 w 2011680"/>
              <a:gd name="connsiteY3" fmla="*/ 1905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8676">
                <a:moveTo>
                  <a:pt x="0" y="3503"/>
                </a:moveTo>
                <a:lnTo>
                  <a:pt x="651915" y="0"/>
                </a:lnTo>
                <a:cubicBezTo>
                  <a:pt x="665123" y="83439"/>
                  <a:pt x="720241" y="317373"/>
                  <a:pt x="1005864" y="336042"/>
                </a:cubicBezTo>
                <a:cubicBezTo>
                  <a:pt x="1248561" y="340868"/>
                  <a:pt x="1359813" y="80899"/>
                  <a:pt x="1362480" y="1905"/>
                </a:cubicBezTo>
                <a:lnTo>
                  <a:pt x="2011680" y="3503"/>
                </a:lnTo>
                <a:lnTo>
                  <a:pt x="2011680" y="2828676"/>
                </a:lnTo>
                <a:lnTo>
                  <a:pt x="0" y="2828676"/>
                </a:lnTo>
                <a:lnTo>
                  <a:pt x="0" y="3503"/>
                </a:lnTo>
                <a:close/>
              </a:path>
            </a:pathLst>
          </a:custGeo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00911" y="4064834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46630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4D3449-0EF5-D439-CC36-5C761D35D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761135" y="2373190"/>
            <a:ext cx="722376" cy="722376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770280" y="2379412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2756535"/>
            <a:ext cx="2011680" cy="2828676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1598 h 2826771"/>
              <a:gd name="connsiteX1" fmla="*/ 649951 w 2011680"/>
              <a:gd name="connsiteY1" fmla="*/ 0 h 2826771"/>
              <a:gd name="connsiteX2" fmla="*/ 2011680 w 2011680"/>
              <a:gd name="connsiteY2" fmla="*/ 1598 h 2826771"/>
              <a:gd name="connsiteX3" fmla="*/ 2011680 w 2011680"/>
              <a:gd name="connsiteY3" fmla="*/ 2826771 h 2826771"/>
              <a:gd name="connsiteX4" fmla="*/ 0 w 2011680"/>
              <a:gd name="connsiteY4" fmla="*/ 2826771 h 2826771"/>
              <a:gd name="connsiteX5" fmla="*/ 0 w 2011680"/>
              <a:gd name="connsiteY5" fmla="*/ 1598 h 2826771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358611 w 2011680"/>
              <a:gd name="connsiteY2" fmla="*/ 0 h 2828676"/>
              <a:gd name="connsiteX3" fmla="*/ 2011680 w 2011680"/>
              <a:gd name="connsiteY3" fmla="*/ 3503 h 2828676"/>
              <a:gd name="connsiteX4" fmla="*/ 2011680 w 2011680"/>
              <a:gd name="connsiteY4" fmla="*/ 2828676 h 2828676"/>
              <a:gd name="connsiteX5" fmla="*/ 0 w 2011680"/>
              <a:gd name="connsiteY5" fmla="*/ 2828676 h 2828676"/>
              <a:gd name="connsiteX6" fmla="*/ 0 w 2011680"/>
              <a:gd name="connsiteY6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6186 w 2011680"/>
              <a:gd name="connsiteY2" fmla="*/ 0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  <a:gd name="connsiteX0" fmla="*/ 0 w 2011680"/>
              <a:gd name="connsiteY0" fmla="*/ 3503 h 2828676"/>
              <a:gd name="connsiteX1" fmla="*/ 649951 w 2011680"/>
              <a:gd name="connsiteY1" fmla="*/ 1905 h 2828676"/>
              <a:gd name="connsiteX2" fmla="*/ 1009996 w 2011680"/>
              <a:gd name="connsiteY2" fmla="*/ 333375 h 2828676"/>
              <a:gd name="connsiteX3" fmla="*/ 1358611 w 2011680"/>
              <a:gd name="connsiteY3" fmla="*/ 0 h 2828676"/>
              <a:gd name="connsiteX4" fmla="*/ 2011680 w 2011680"/>
              <a:gd name="connsiteY4" fmla="*/ 3503 h 2828676"/>
              <a:gd name="connsiteX5" fmla="*/ 2011680 w 2011680"/>
              <a:gd name="connsiteY5" fmla="*/ 2828676 h 2828676"/>
              <a:gd name="connsiteX6" fmla="*/ 0 w 2011680"/>
              <a:gd name="connsiteY6" fmla="*/ 2828676 h 2828676"/>
              <a:gd name="connsiteX7" fmla="*/ 0 w 2011680"/>
              <a:gd name="connsiteY7" fmla="*/ 3503 h 282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8676">
                <a:moveTo>
                  <a:pt x="0" y="3503"/>
                </a:moveTo>
                <a:lnTo>
                  <a:pt x="649951" y="1905"/>
                </a:lnTo>
                <a:cubicBezTo>
                  <a:pt x="676621" y="123825"/>
                  <a:pt x="743296" y="316230"/>
                  <a:pt x="1009996" y="333375"/>
                </a:cubicBezTo>
                <a:cubicBezTo>
                  <a:pt x="1261456" y="319405"/>
                  <a:pt x="1349086" y="114935"/>
                  <a:pt x="1358611" y="0"/>
                </a:cubicBezTo>
                <a:lnTo>
                  <a:pt x="2011680" y="3503"/>
                </a:lnTo>
                <a:lnTo>
                  <a:pt x="2011680" y="2828676"/>
                </a:lnTo>
                <a:lnTo>
                  <a:pt x="0" y="2828676"/>
                </a:lnTo>
                <a:lnTo>
                  <a:pt x="0" y="350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16484" y="4064834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2204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6F2D13-53B7-CE37-EA90-449A726B8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76707" y="2373190"/>
            <a:ext cx="722376" cy="722376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985853" y="2379412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2758440"/>
            <a:ext cx="2011680" cy="2826771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2011680 w 2011680"/>
              <a:gd name="connsiteY2" fmla="*/ 1598 h 2826771"/>
              <a:gd name="connsiteX3" fmla="*/ 2011680 w 2011680"/>
              <a:gd name="connsiteY3" fmla="*/ 2826771 h 2826771"/>
              <a:gd name="connsiteX4" fmla="*/ 0 w 2011680"/>
              <a:gd name="connsiteY4" fmla="*/ 2826771 h 2826771"/>
              <a:gd name="connsiteX5" fmla="*/ 0 w 2011680"/>
              <a:gd name="connsiteY5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357283 w 2011680"/>
              <a:gd name="connsiteY2" fmla="*/ 2540 h 2826771"/>
              <a:gd name="connsiteX3" fmla="*/ 2011680 w 2011680"/>
              <a:gd name="connsiteY3" fmla="*/ 1598 h 2826771"/>
              <a:gd name="connsiteX4" fmla="*/ 2011680 w 2011680"/>
              <a:gd name="connsiteY4" fmla="*/ 2826771 h 2826771"/>
              <a:gd name="connsiteX5" fmla="*/ 0 w 2011680"/>
              <a:gd name="connsiteY5" fmla="*/ 2826771 h 2826771"/>
              <a:gd name="connsiteX6" fmla="*/ 0 w 2011680"/>
              <a:gd name="connsiteY6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1163 w 2011680"/>
              <a:gd name="connsiteY1" fmla="*/ 0 h 2826771"/>
              <a:gd name="connsiteX2" fmla="*/ 1014383 w 2011680"/>
              <a:gd name="connsiteY2" fmla="*/ 330200 h 2826771"/>
              <a:gd name="connsiteX3" fmla="*/ 1357283 w 2011680"/>
              <a:gd name="connsiteY3" fmla="*/ 254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6771">
                <a:moveTo>
                  <a:pt x="0" y="1598"/>
                </a:moveTo>
                <a:lnTo>
                  <a:pt x="651163" y="0"/>
                </a:lnTo>
                <a:cubicBezTo>
                  <a:pt x="681643" y="210820"/>
                  <a:pt x="861983" y="330200"/>
                  <a:pt x="1014383" y="330200"/>
                </a:cubicBezTo>
                <a:cubicBezTo>
                  <a:pt x="1164243" y="312420"/>
                  <a:pt x="1331883" y="218440"/>
                  <a:pt x="1357283" y="2540"/>
                </a:cubicBezTo>
                <a:lnTo>
                  <a:pt x="2011680" y="1598"/>
                </a:lnTo>
                <a:lnTo>
                  <a:pt x="2011680" y="2826771"/>
                </a:lnTo>
                <a:lnTo>
                  <a:pt x="0" y="2826771"/>
                </a:lnTo>
                <a:lnTo>
                  <a:pt x="0" y="1598"/>
                </a:lnTo>
                <a:close/>
              </a:path>
            </a:pathLst>
          </a:custGeo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57" y="4064834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77777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88DB6F-1A86-5713-2420-7554D75CB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90018" y="2373190"/>
            <a:ext cx="722376" cy="722376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201425" y="2379412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2758440"/>
            <a:ext cx="2011680" cy="2826771"/>
          </a:xfrm>
          <a:custGeom>
            <a:avLst/>
            <a:gdLst>
              <a:gd name="connsiteX0" fmla="*/ 0 w 2011680"/>
              <a:gd name="connsiteY0" fmla="*/ 0 h 2825173"/>
              <a:gd name="connsiteX1" fmla="*/ 2011680 w 2011680"/>
              <a:gd name="connsiteY1" fmla="*/ 0 h 2825173"/>
              <a:gd name="connsiteX2" fmla="*/ 2011680 w 2011680"/>
              <a:gd name="connsiteY2" fmla="*/ 2825173 h 2825173"/>
              <a:gd name="connsiteX3" fmla="*/ 0 w 2011680"/>
              <a:gd name="connsiteY3" fmla="*/ 2825173 h 2825173"/>
              <a:gd name="connsiteX4" fmla="*/ 0 w 2011680"/>
              <a:gd name="connsiteY4" fmla="*/ 0 h 2825173"/>
              <a:gd name="connsiteX0" fmla="*/ 0 w 2011680"/>
              <a:gd name="connsiteY0" fmla="*/ 0 h 2825173"/>
              <a:gd name="connsiteX1" fmla="*/ 655551 w 2011680"/>
              <a:gd name="connsiteY1" fmla="*/ 942 h 2825173"/>
              <a:gd name="connsiteX2" fmla="*/ 2011680 w 2011680"/>
              <a:gd name="connsiteY2" fmla="*/ 0 h 2825173"/>
              <a:gd name="connsiteX3" fmla="*/ 2011680 w 2011680"/>
              <a:gd name="connsiteY3" fmla="*/ 2825173 h 2825173"/>
              <a:gd name="connsiteX4" fmla="*/ 0 w 2011680"/>
              <a:gd name="connsiteY4" fmla="*/ 2825173 h 2825173"/>
              <a:gd name="connsiteX5" fmla="*/ 0 w 2011680"/>
              <a:gd name="connsiteY5" fmla="*/ 0 h 2825173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364211 w 2011680"/>
              <a:gd name="connsiteY2" fmla="*/ 0 h 2826771"/>
              <a:gd name="connsiteX3" fmla="*/ 2011680 w 2011680"/>
              <a:gd name="connsiteY3" fmla="*/ 1598 h 2826771"/>
              <a:gd name="connsiteX4" fmla="*/ 2011680 w 2011680"/>
              <a:gd name="connsiteY4" fmla="*/ 2826771 h 2826771"/>
              <a:gd name="connsiteX5" fmla="*/ 0 w 2011680"/>
              <a:gd name="connsiteY5" fmla="*/ 2826771 h 2826771"/>
              <a:gd name="connsiteX6" fmla="*/ 0 w 2011680"/>
              <a:gd name="connsiteY6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  <a:gd name="connsiteX0" fmla="*/ 0 w 2011680"/>
              <a:gd name="connsiteY0" fmla="*/ 1598 h 2826771"/>
              <a:gd name="connsiteX1" fmla="*/ 655551 w 2011680"/>
              <a:gd name="connsiteY1" fmla="*/ 2540 h 2826771"/>
              <a:gd name="connsiteX2" fmla="*/ 1016231 w 2011680"/>
              <a:gd name="connsiteY2" fmla="*/ 327660 h 2826771"/>
              <a:gd name="connsiteX3" fmla="*/ 1364211 w 2011680"/>
              <a:gd name="connsiteY3" fmla="*/ 0 h 2826771"/>
              <a:gd name="connsiteX4" fmla="*/ 2011680 w 2011680"/>
              <a:gd name="connsiteY4" fmla="*/ 1598 h 2826771"/>
              <a:gd name="connsiteX5" fmla="*/ 2011680 w 2011680"/>
              <a:gd name="connsiteY5" fmla="*/ 2826771 h 2826771"/>
              <a:gd name="connsiteX6" fmla="*/ 0 w 2011680"/>
              <a:gd name="connsiteY6" fmla="*/ 2826771 h 2826771"/>
              <a:gd name="connsiteX7" fmla="*/ 0 w 2011680"/>
              <a:gd name="connsiteY7" fmla="*/ 1598 h 282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1680" h="2826771">
                <a:moveTo>
                  <a:pt x="0" y="1598"/>
                </a:moveTo>
                <a:lnTo>
                  <a:pt x="655551" y="2540"/>
                </a:lnTo>
                <a:cubicBezTo>
                  <a:pt x="686031" y="198120"/>
                  <a:pt x="833351" y="335280"/>
                  <a:pt x="1016231" y="327660"/>
                </a:cubicBezTo>
                <a:cubicBezTo>
                  <a:pt x="1205884" y="340360"/>
                  <a:pt x="1362518" y="137160"/>
                  <a:pt x="1364211" y="0"/>
                </a:cubicBezTo>
                <a:lnTo>
                  <a:pt x="2011680" y="1598"/>
                </a:lnTo>
                <a:lnTo>
                  <a:pt x="2011680" y="2826771"/>
                </a:lnTo>
                <a:lnTo>
                  <a:pt x="0" y="2826771"/>
                </a:lnTo>
                <a:lnTo>
                  <a:pt x="0" y="1598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47629" y="4064834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93349" y="4156758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952" y="731520"/>
            <a:ext cx="10671048" cy="212643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35B4623-C6B7-83B6-05A1-17D69EA8D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669440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6B48C-2241-2A09-2A32-FB55BCFD6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3881150" y="4056839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C7B0C-730B-4FE8-3BFD-D787B1950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045016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7B2BF2-C193-18BC-3798-C9611C4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8264631" y="4056839"/>
            <a:ext cx="81643" cy="261257"/>
          </a:xfrm>
          <a:prstGeom prst="rect">
            <a:avLst/>
          </a:prstGeom>
          <a:solidFill>
            <a:srgbClr val="F5C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8E087E-B71E-C8CE-2C40-B3EACA40D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475505" y="4056839"/>
            <a:ext cx="81643" cy="261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6784" y="701702"/>
            <a:ext cx="7439243" cy="1309978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86784" y="2071314"/>
            <a:ext cx="3813048" cy="73050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0" cap="all" baseline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986784" y="2877312"/>
            <a:ext cx="3803992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857877" y="2071314"/>
            <a:ext cx="3568150" cy="73050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0" cap="all" baseline="0"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857877" y="2877312"/>
            <a:ext cx="3568150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952" y="741458"/>
            <a:ext cx="10671048" cy="145985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1911096" y="2407653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91440" tIns="0" rIns="9144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3232" y="2885439"/>
            <a:ext cx="3328416" cy="3563861"/>
          </a:xfrm>
          <a:custGeom>
            <a:avLst/>
            <a:gdLst>
              <a:gd name="connsiteX0" fmla="*/ 0 w 3328416"/>
              <a:gd name="connsiteY0" fmla="*/ 0 h 3557016"/>
              <a:gd name="connsiteX1" fmla="*/ 3328416 w 3328416"/>
              <a:gd name="connsiteY1" fmla="*/ 0 h 3557016"/>
              <a:gd name="connsiteX2" fmla="*/ 3328416 w 3328416"/>
              <a:gd name="connsiteY2" fmla="*/ 3557016 h 3557016"/>
              <a:gd name="connsiteX3" fmla="*/ 0 w 3328416"/>
              <a:gd name="connsiteY3" fmla="*/ 3557016 h 3557016"/>
              <a:gd name="connsiteX4" fmla="*/ 0 w 3328416"/>
              <a:gd name="connsiteY4" fmla="*/ 0 h 3557016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3328416 w 3328416"/>
              <a:gd name="connsiteY2" fmla="*/ 6845 h 3563861"/>
              <a:gd name="connsiteX3" fmla="*/ 3328416 w 3328416"/>
              <a:gd name="connsiteY3" fmla="*/ 3563861 h 3563861"/>
              <a:gd name="connsiteX4" fmla="*/ 0 w 3328416"/>
              <a:gd name="connsiteY4" fmla="*/ 3563861 h 3563861"/>
              <a:gd name="connsiteX5" fmla="*/ 0 w 3328416"/>
              <a:gd name="connsiteY5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2126488 w 3328416"/>
              <a:gd name="connsiteY2" fmla="*/ 1 h 3563861"/>
              <a:gd name="connsiteX3" fmla="*/ 3328416 w 3328416"/>
              <a:gd name="connsiteY3" fmla="*/ 6845 h 3563861"/>
              <a:gd name="connsiteX4" fmla="*/ 3328416 w 3328416"/>
              <a:gd name="connsiteY4" fmla="*/ 3563861 h 3563861"/>
              <a:gd name="connsiteX5" fmla="*/ 0 w 3328416"/>
              <a:gd name="connsiteY5" fmla="*/ 3563861 h 3563861"/>
              <a:gd name="connsiteX6" fmla="*/ 0 w 3328416"/>
              <a:gd name="connsiteY6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2126488 w 3328416"/>
              <a:gd name="connsiteY2" fmla="*/ 1 h 3563861"/>
              <a:gd name="connsiteX3" fmla="*/ 3328416 w 3328416"/>
              <a:gd name="connsiteY3" fmla="*/ 6845 h 3563861"/>
              <a:gd name="connsiteX4" fmla="*/ 3328416 w 3328416"/>
              <a:gd name="connsiteY4" fmla="*/ 3563861 h 3563861"/>
              <a:gd name="connsiteX5" fmla="*/ 0 w 3328416"/>
              <a:gd name="connsiteY5" fmla="*/ 3563861 h 3563861"/>
              <a:gd name="connsiteX6" fmla="*/ 0 w 3328416"/>
              <a:gd name="connsiteY6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2126488 w 3328416"/>
              <a:gd name="connsiteY2" fmla="*/ 1 h 3563861"/>
              <a:gd name="connsiteX3" fmla="*/ 3328416 w 3328416"/>
              <a:gd name="connsiteY3" fmla="*/ 6845 h 3563861"/>
              <a:gd name="connsiteX4" fmla="*/ 3328416 w 3328416"/>
              <a:gd name="connsiteY4" fmla="*/ 3563861 h 3563861"/>
              <a:gd name="connsiteX5" fmla="*/ 0 w 3328416"/>
              <a:gd name="connsiteY5" fmla="*/ 3563861 h 3563861"/>
              <a:gd name="connsiteX6" fmla="*/ 0 w 3328416"/>
              <a:gd name="connsiteY6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1679448 w 3328416"/>
              <a:gd name="connsiteY2" fmla="*/ 452121 h 3563861"/>
              <a:gd name="connsiteX3" fmla="*/ 2126488 w 3328416"/>
              <a:gd name="connsiteY3" fmla="*/ 1 h 3563861"/>
              <a:gd name="connsiteX4" fmla="*/ 3328416 w 3328416"/>
              <a:gd name="connsiteY4" fmla="*/ 6845 h 3563861"/>
              <a:gd name="connsiteX5" fmla="*/ 3328416 w 3328416"/>
              <a:gd name="connsiteY5" fmla="*/ 3563861 h 3563861"/>
              <a:gd name="connsiteX6" fmla="*/ 0 w 3328416"/>
              <a:gd name="connsiteY6" fmla="*/ 3563861 h 3563861"/>
              <a:gd name="connsiteX7" fmla="*/ 0 w 3328416"/>
              <a:gd name="connsiteY7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1679448 w 3328416"/>
              <a:gd name="connsiteY2" fmla="*/ 452121 h 3563861"/>
              <a:gd name="connsiteX3" fmla="*/ 2126488 w 3328416"/>
              <a:gd name="connsiteY3" fmla="*/ 1 h 3563861"/>
              <a:gd name="connsiteX4" fmla="*/ 3328416 w 3328416"/>
              <a:gd name="connsiteY4" fmla="*/ 6845 h 3563861"/>
              <a:gd name="connsiteX5" fmla="*/ 3328416 w 3328416"/>
              <a:gd name="connsiteY5" fmla="*/ 3563861 h 3563861"/>
              <a:gd name="connsiteX6" fmla="*/ 0 w 3328416"/>
              <a:gd name="connsiteY6" fmla="*/ 3563861 h 3563861"/>
              <a:gd name="connsiteX7" fmla="*/ 0 w 3328416"/>
              <a:gd name="connsiteY7" fmla="*/ 6845 h 3563861"/>
              <a:gd name="connsiteX0" fmla="*/ 0 w 3328416"/>
              <a:gd name="connsiteY0" fmla="*/ 6845 h 3563861"/>
              <a:gd name="connsiteX1" fmla="*/ 1191768 w 3328416"/>
              <a:gd name="connsiteY1" fmla="*/ 0 h 3563861"/>
              <a:gd name="connsiteX2" fmla="*/ 1679448 w 3328416"/>
              <a:gd name="connsiteY2" fmla="*/ 452121 h 3563861"/>
              <a:gd name="connsiteX3" fmla="*/ 2126488 w 3328416"/>
              <a:gd name="connsiteY3" fmla="*/ 1 h 3563861"/>
              <a:gd name="connsiteX4" fmla="*/ 3328416 w 3328416"/>
              <a:gd name="connsiteY4" fmla="*/ 6845 h 3563861"/>
              <a:gd name="connsiteX5" fmla="*/ 3328416 w 3328416"/>
              <a:gd name="connsiteY5" fmla="*/ 3563861 h 3563861"/>
              <a:gd name="connsiteX6" fmla="*/ 0 w 3328416"/>
              <a:gd name="connsiteY6" fmla="*/ 3563861 h 3563861"/>
              <a:gd name="connsiteX7" fmla="*/ 0 w 3328416"/>
              <a:gd name="connsiteY7" fmla="*/ 6845 h 356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8416" h="3563861">
                <a:moveTo>
                  <a:pt x="0" y="6845"/>
                </a:moveTo>
                <a:lnTo>
                  <a:pt x="1191768" y="0"/>
                </a:lnTo>
                <a:cubicBezTo>
                  <a:pt x="1278636" y="383458"/>
                  <a:pt x="1523661" y="452121"/>
                  <a:pt x="1679448" y="452121"/>
                </a:cubicBezTo>
                <a:cubicBezTo>
                  <a:pt x="1835235" y="452121"/>
                  <a:pt x="2146300" y="265349"/>
                  <a:pt x="2126488" y="1"/>
                </a:cubicBezTo>
                <a:lnTo>
                  <a:pt x="3328416" y="6845"/>
                </a:lnTo>
                <a:lnTo>
                  <a:pt x="3328416" y="3563861"/>
                </a:lnTo>
                <a:lnTo>
                  <a:pt x="0" y="3563861"/>
                </a:lnTo>
                <a:lnTo>
                  <a:pt x="0" y="6845"/>
                </a:lnTo>
                <a:close/>
              </a:path>
            </a:pathLst>
          </a:custGeo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2124" y="4099293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5641848" y="2407653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91440" tIns="0" rIns="9144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3984" y="2890519"/>
            <a:ext cx="3328416" cy="3558781"/>
          </a:xfrm>
          <a:custGeom>
            <a:avLst/>
            <a:gdLst>
              <a:gd name="connsiteX0" fmla="*/ 0 w 3328416"/>
              <a:gd name="connsiteY0" fmla="*/ 0 h 3557016"/>
              <a:gd name="connsiteX1" fmla="*/ 3328416 w 3328416"/>
              <a:gd name="connsiteY1" fmla="*/ 0 h 3557016"/>
              <a:gd name="connsiteX2" fmla="*/ 3328416 w 3328416"/>
              <a:gd name="connsiteY2" fmla="*/ 3557016 h 3557016"/>
              <a:gd name="connsiteX3" fmla="*/ 0 w 3328416"/>
              <a:gd name="connsiteY3" fmla="*/ 3557016 h 3557016"/>
              <a:gd name="connsiteX4" fmla="*/ 0 w 3328416"/>
              <a:gd name="connsiteY4" fmla="*/ 0 h 3557016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3328416 w 3328416"/>
              <a:gd name="connsiteY2" fmla="*/ 1765 h 3558781"/>
              <a:gd name="connsiteX3" fmla="*/ 3328416 w 3328416"/>
              <a:gd name="connsiteY3" fmla="*/ 3558781 h 3558781"/>
              <a:gd name="connsiteX4" fmla="*/ 0 w 3328416"/>
              <a:gd name="connsiteY4" fmla="*/ 3558781 h 3558781"/>
              <a:gd name="connsiteX5" fmla="*/ 0 w 3328416"/>
              <a:gd name="connsiteY5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2134616 w 3328416"/>
              <a:gd name="connsiteY2" fmla="*/ 1 h 3558781"/>
              <a:gd name="connsiteX3" fmla="*/ 3328416 w 3328416"/>
              <a:gd name="connsiteY3" fmla="*/ 1765 h 3558781"/>
              <a:gd name="connsiteX4" fmla="*/ 3328416 w 3328416"/>
              <a:gd name="connsiteY4" fmla="*/ 3558781 h 3558781"/>
              <a:gd name="connsiteX5" fmla="*/ 0 w 3328416"/>
              <a:gd name="connsiteY5" fmla="*/ 3558781 h 3558781"/>
              <a:gd name="connsiteX6" fmla="*/ 0 w 3328416"/>
              <a:gd name="connsiteY6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7244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  <a:gd name="connsiteX0" fmla="*/ 0 w 3328416"/>
              <a:gd name="connsiteY0" fmla="*/ 1765 h 3558781"/>
              <a:gd name="connsiteX1" fmla="*/ 1189736 w 3328416"/>
              <a:gd name="connsiteY1" fmla="*/ 0 h 3558781"/>
              <a:gd name="connsiteX2" fmla="*/ 1672336 w 3328416"/>
              <a:gd name="connsiteY2" fmla="*/ 461011 h 3558781"/>
              <a:gd name="connsiteX3" fmla="*/ 2134616 w 3328416"/>
              <a:gd name="connsiteY3" fmla="*/ 1 h 3558781"/>
              <a:gd name="connsiteX4" fmla="*/ 3328416 w 3328416"/>
              <a:gd name="connsiteY4" fmla="*/ 1765 h 3558781"/>
              <a:gd name="connsiteX5" fmla="*/ 3328416 w 3328416"/>
              <a:gd name="connsiteY5" fmla="*/ 3558781 h 3558781"/>
              <a:gd name="connsiteX6" fmla="*/ 0 w 3328416"/>
              <a:gd name="connsiteY6" fmla="*/ 3558781 h 3558781"/>
              <a:gd name="connsiteX7" fmla="*/ 0 w 3328416"/>
              <a:gd name="connsiteY7" fmla="*/ 1765 h 355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8416" h="3558781">
                <a:moveTo>
                  <a:pt x="0" y="1765"/>
                </a:moveTo>
                <a:lnTo>
                  <a:pt x="1189736" y="0"/>
                </a:lnTo>
                <a:cubicBezTo>
                  <a:pt x="1213443" y="191770"/>
                  <a:pt x="1332399" y="417831"/>
                  <a:pt x="1672336" y="461011"/>
                </a:cubicBezTo>
                <a:cubicBezTo>
                  <a:pt x="2024549" y="425451"/>
                  <a:pt x="2136733" y="127001"/>
                  <a:pt x="2134616" y="1"/>
                </a:cubicBezTo>
                <a:lnTo>
                  <a:pt x="3328416" y="1765"/>
                </a:lnTo>
                <a:lnTo>
                  <a:pt x="3328416" y="3558781"/>
                </a:lnTo>
                <a:lnTo>
                  <a:pt x="0" y="3558781"/>
                </a:lnTo>
                <a:lnTo>
                  <a:pt x="0" y="1765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2876" y="4099293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9290304" y="2407653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91440" tIns="0" rIns="91440" bIns="0" anchor="t" anchorCtr="0">
            <a:no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92440" y="2891789"/>
            <a:ext cx="3328416" cy="3557511"/>
          </a:xfrm>
          <a:custGeom>
            <a:avLst/>
            <a:gdLst>
              <a:gd name="connsiteX0" fmla="*/ 0 w 3328416"/>
              <a:gd name="connsiteY0" fmla="*/ 0 h 3557016"/>
              <a:gd name="connsiteX1" fmla="*/ 3328416 w 3328416"/>
              <a:gd name="connsiteY1" fmla="*/ 0 h 3557016"/>
              <a:gd name="connsiteX2" fmla="*/ 3328416 w 3328416"/>
              <a:gd name="connsiteY2" fmla="*/ 3557016 h 3557016"/>
              <a:gd name="connsiteX3" fmla="*/ 0 w 3328416"/>
              <a:gd name="connsiteY3" fmla="*/ 3557016 h 3557016"/>
              <a:gd name="connsiteX4" fmla="*/ 0 w 3328416"/>
              <a:gd name="connsiteY4" fmla="*/ 0 h 3557016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3328416 w 3328416"/>
              <a:gd name="connsiteY2" fmla="*/ 495 h 3557511"/>
              <a:gd name="connsiteX3" fmla="*/ 3328416 w 3328416"/>
              <a:gd name="connsiteY3" fmla="*/ 3557511 h 3557511"/>
              <a:gd name="connsiteX4" fmla="*/ 0 w 3328416"/>
              <a:gd name="connsiteY4" fmla="*/ 3557511 h 3557511"/>
              <a:gd name="connsiteX5" fmla="*/ 0 w 3328416"/>
              <a:gd name="connsiteY5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2133600 w 3328416"/>
              <a:gd name="connsiteY2" fmla="*/ 1 h 3557511"/>
              <a:gd name="connsiteX3" fmla="*/ 3328416 w 3328416"/>
              <a:gd name="connsiteY3" fmla="*/ 495 h 3557511"/>
              <a:gd name="connsiteX4" fmla="*/ 3328416 w 3328416"/>
              <a:gd name="connsiteY4" fmla="*/ 3557511 h 3557511"/>
              <a:gd name="connsiteX5" fmla="*/ 0 w 3328416"/>
              <a:gd name="connsiteY5" fmla="*/ 3557511 h 3557511"/>
              <a:gd name="connsiteX6" fmla="*/ 0 w 3328416"/>
              <a:gd name="connsiteY6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42110 w 3328416"/>
              <a:gd name="connsiteY2" fmla="*/ 47625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  <a:gd name="connsiteX0" fmla="*/ 0 w 3328416"/>
              <a:gd name="connsiteY0" fmla="*/ 495 h 3557511"/>
              <a:gd name="connsiteX1" fmla="*/ 1184910 w 3328416"/>
              <a:gd name="connsiteY1" fmla="*/ 0 h 3557511"/>
              <a:gd name="connsiteX2" fmla="*/ 1672590 w 3328416"/>
              <a:gd name="connsiteY2" fmla="*/ 457201 h 3557511"/>
              <a:gd name="connsiteX3" fmla="*/ 2133600 w 3328416"/>
              <a:gd name="connsiteY3" fmla="*/ 1 h 3557511"/>
              <a:gd name="connsiteX4" fmla="*/ 3328416 w 3328416"/>
              <a:gd name="connsiteY4" fmla="*/ 495 h 3557511"/>
              <a:gd name="connsiteX5" fmla="*/ 3328416 w 3328416"/>
              <a:gd name="connsiteY5" fmla="*/ 3557511 h 3557511"/>
              <a:gd name="connsiteX6" fmla="*/ 0 w 3328416"/>
              <a:gd name="connsiteY6" fmla="*/ 3557511 h 3557511"/>
              <a:gd name="connsiteX7" fmla="*/ 0 w 3328416"/>
              <a:gd name="connsiteY7" fmla="*/ 495 h 355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8416" h="3557511">
                <a:moveTo>
                  <a:pt x="0" y="495"/>
                </a:moveTo>
                <a:lnTo>
                  <a:pt x="1184910" y="0"/>
                </a:lnTo>
                <a:cubicBezTo>
                  <a:pt x="1215390" y="266700"/>
                  <a:pt x="1375410" y="415291"/>
                  <a:pt x="1672590" y="457201"/>
                </a:cubicBezTo>
                <a:cubicBezTo>
                  <a:pt x="2032000" y="411481"/>
                  <a:pt x="2098040" y="179071"/>
                  <a:pt x="2133600" y="1"/>
                </a:cubicBezTo>
                <a:lnTo>
                  <a:pt x="3328416" y="495"/>
                </a:lnTo>
                <a:lnTo>
                  <a:pt x="3328416" y="3557511"/>
                </a:lnTo>
                <a:lnTo>
                  <a:pt x="0" y="3557511"/>
                </a:lnTo>
                <a:lnTo>
                  <a:pt x="0" y="495"/>
                </a:lnTo>
                <a:close/>
              </a:path>
            </a:pathLst>
          </a:custGeo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71332" y="4099293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CA3ED5-BEA8-79A4-A782-B2CDF23DA49B}"/>
              </a:ext>
            </a:extLst>
          </p:cNvPr>
          <p:cNvSpPr>
            <a:spLocks noChangeAspect="1"/>
          </p:cNvSpPr>
          <p:nvPr userDrawn="1"/>
        </p:nvSpPr>
        <p:spPr>
          <a:xfrm>
            <a:off x="1911096" y="2409684"/>
            <a:ext cx="932688" cy="932688"/>
          </a:xfrm>
          <a:prstGeom prst="ellipse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78A295-1123-7741-FF14-7A34BF88FADA}"/>
              </a:ext>
            </a:extLst>
          </p:cNvPr>
          <p:cNvSpPr>
            <a:spLocks noChangeAspect="1"/>
          </p:cNvSpPr>
          <p:nvPr userDrawn="1"/>
        </p:nvSpPr>
        <p:spPr>
          <a:xfrm>
            <a:off x="5642356" y="2407653"/>
            <a:ext cx="932688" cy="93268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CFDE8A-AB48-8603-AAE2-E2C68488105C}"/>
              </a:ext>
            </a:extLst>
          </p:cNvPr>
          <p:cNvSpPr>
            <a:spLocks noChangeAspect="1"/>
          </p:cNvSpPr>
          <p:nvPr userDrawn="1"/>
        </p:nvSpPr>
        <p:spPr>
          <a:xfrm>
            <a:off x="9289796" y="2412733"/>
            <a:ext cx="932688" cy="932688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>
            <a:extLst>
              <a:ext uri="{FF2B5EF4-FFF2-40B4-BE49-F238E27FC236}">
                <a16:creationId xmlns:a16="http://schemas.microsoft.com/office/drawing/2014/main" id="{ABC388A2-FFC7-1A87-02FB-C97B50161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>
            <a:extLst>
              <a:ext uri="{FF2B5EF4-FFF2-40B4-BE49-F238E27FC236}">
                <a16:creationId xmlns:a16="http://schemas.microsoft.com/office/drawing/2014/main" id="{D64C4994-B525-F4C0-B74F-D5E8296DF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>
            <a:extLst>
              <a:ext uri="{FF2B5EF4-FFF2-40B4-BE49-F238E27FC236}">
                <a16:creationId xmlns:a16="http://schemas.microsoft.com/office/drawing/2014/main" id="{FEA70E9F-C506-413C-11EF-5915A2296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>
            <a:extLst>
              <a:ext uri="{FF2B5EF4-FFF2-40B4-BE49-F238E27FC236}">
                <a16:creationId xmlns:a16="http://schemas.microsoft.com/office/drawing/2014/main" id="{F19C81EC-0322-58A2-C455-6E2C84D1E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08760" y="831101"/>
            <a:ext cx="6527800" cy="262805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508760" y="3556431"/>
            <a:ext cx="6527800" cy="189321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7048" y="327989"/>
            <a:ext cx="4550664" cy="2453773"/>
          </a:xfrm>
        </p:spPr>
        <p:txBody>
          <a:bodyPr tIns="0" anchor="b" anchorCtr="0">
            <a:no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45336" y="2846832"/>
            <a:ext cx="4550664" cy="2314448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>
            <a:extLst>
              <a:ext uri="{FF2B5EF4-FFF2-40B4-BE49-F238E27FC236}">
                <a16:creationId xmlns:a16="http://schemas.microsoft.com/office/drawing/2014/main" id="{8D5D10FF-3DE5-39CA-FA9A-29A09DC47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BFA89E6A-8342-AE30-45E0-BC1DFE327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>
            <a:extLst>
              <a:ext uri="{FF2B5EF4-FFF2-40B4-BE49-F238E27FC236}">
                <a16:creationId xmlns:a16="http://schemas.microsoft.com/office/drawing/2014/main" id="{D9D7EB49-4BC9-040F-C4CC-5771C5FB3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>
            <a:extLst>
              <a:ext uri="{FF2B5EF4-FFF2-40B4-BE49-F238E27FC236}">
                <a16:creationId xmlns:a16="http://schemas.microsoft.com/office/drawing/2014/main" id="{3CE04498-C285-EFB8-340C-1A064078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85032" y="755374"/>
            <a:ext cx="7740995" cy="1500145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85032" y="2305215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684539" y="2305215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70215" y="741458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70215" y="2301902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3"/>
            <a:ext cx="4011087" cy="148093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401108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0938" y="457200"/>
            <a:ext cx="3200400" cy="244502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8728" y="0"/>
            <a:ext cx="7028331" cy="3139970"/>
          </a:xfrm>
        </p:spPr>
        <p:txBody>
          <a:bodyPr/>
          <a:lstStyle/>
          <a:p>
            <a:r>
              <a:rPr lang="ru-RU" sz="2800" dirty="0"/>
              <a:t>Бернская конвенция об охране литературных и художественных произведений 1886 год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76389" y="3439043"/>
            <a:ext cx="3493008" cy="1644724"/>
          </a:xfrm>
        </p:spPr>
        <p:txBody>
          <a:bodyPr/>
          <a:lstStyle/>
          <a:p>
            <a:r>
              <a:rPr lang="ru-RU" dirty="0"/>
              <a:t>Студент</a:t>
            </a:r>
            <a:r>
              <a:rPr lang="en-US" dirty="0"/>
              <a:t>: </a:t>
            </a:r>
            <a:r>
              <a:rPr lang="ru-RU" dirty="0"/>
              <a:t>Ердоган</a:t>
            </a:r>
            <a:r>
              <a:rPr lang="en-US" dirty="0"/>
              <a:t> </a:t>
            </a:r>
            <a:r>
              <a:rPr lang="ru-RU" dirty="0"/>
              <a:t>Д</a:t>
            </a:r>
            <a:r>
              <a:rPr lang="en-US" dirty="0"/>
              <a:t>. </a:t>
            </a:r>
            <a:r>
              <a:rPr lang="ru-RU" dirty="0"/>
              <a:t>Е</a:t>
            </a:r>
            <a:r>
              <a:rPr lang="en-US" dirty="0"/>
              <a:t>.</a:t>
            </a:r>
          </a:p>
          <a:p>
            <a:r>
              <a:rPr lang="ru-RU" dirty="0"/>
              <a:t>Преподаватель</a:t>
            </a:r>
            <a:r>
              <a:rPr lang="en-US" dirty="0"/>
              <a:t>: </a:t>
            </a:r>
            <a:r>
              <a:rPr lang="ru-RU" dirty="0"/>
              <a:t>Гайбу В.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C7B90A6-0377-4580-BC6C-66EB782E7856}"/>
              </a:ext>
            </a:extLst>
          </p:cNvPr>
          <p:cNvSpPr txBox="1">
            <a:spLocks/>
          </p:cNvSpPr>
          <p:nvPr/>
        </p:nvSpPr>
        <p:spPr>
          <a:xfrm>
            <a:off x="2420470" y="5213276"/>
            <a:ext cx="7351060" cy="164472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bg1"/>
                </a:solidFill>
              </a:rPr>
              <a:t>Федеральное государственное бюджетное образовательное учерждение высшего образования «Московский государственный технологический университет «СТАНКИН»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986118"/>
            <a:ext cx="4856360" cy="948824"/>
          </a:xfrm>
        </p:spPr>
        <p:txBody>
          <a:bodyPr/>
          <a:lstStyle/>
          <a:p>
            <a:r>
              <a:rPr lang="ru-RU" dirty="0"/>
              <a:t>Содержание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304467"/>
            <a:ext cx="5693664" cy="3477768"/>
          </a:xfrm>
        </p:spPr>
        <p:txBody>
          <a:bodyPr>
            <a:normAutofit/>
          </a:bodyPr>
          <a:lstStyle/>
          <a:p>
            <a:r>
              <a:rPr lang="ru-RU" dirty="0"/>
              <a:t>Введение</a:t>
            </a:r>
            <a:r>
              <a:rPr lang="en-US" dirty="0"/>
              <a:t>​</a:t>
            </a:r>
          </a:p>
          <a:p>
            <a:r>
              <a:rPr lang="ru-RU" dirty="0"/>
              <a:t>Предыстория конвенции</a:t>
            </a:r>
            <a:endParaRPr lang="en-US" dirty="0"/>
          </a:p>
          <a:p>
            <a:r>
              <a:rPr lang="en-US" dirty="0"/>
              <a:t>​</a:t>
            </a:r>
            <a:r>
              <a:rPr lang="ru-RU" dirty="0"/>
              <a:t>Создание конвенции</a:t>
            </a:r>
            <a:endParaRPr lang="en-US" dirty="0"/>
          </a:p>
          <a:p>
            <a:r>
              <a:rPr lang="ru-RU" dirty="0"/>
              <a:t>Цель конвенции</a:t>
            </a:r>
            <a:endParaRPr lang="en-US" dirty="0"/>
          </a:p>
          <a:p>
            <a:r>
              <a:rPr lang="en-US" dirty="0"/>
              <a:t>​</a:t>
            </a:r>
            <a:r>
              <a:rPr lang="ru-RU" dirty="0"/>
              <a:t>Структура конвенции</a:t>
            </a:r>
          </a:p>
          <a:p>
            <a:r>
              <a:rPr lang="ru-RU" dirty="0"/>
              <a:t>Заключение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31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585" y="-1400"/>
            <a:ext cx="3924580" cy="888906"/>
          </a:xfrm>
        </p:spPr>
        <p:txBody>
          <a:bodyPr/>
          <a:lstStyle/>
          <a:p>
            <a:r>
              <a:rPr lang="ru-RU" dirty="0"/>
              <a:t>ВВЕДЕНИЕ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03536" y="472108"/>
            <a:ext cx="987552" cy="244503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8715" y="1493777"/>
            <a:ext cx="5582861" cy="1888158"/>
          </a:xfrm>
        </p:spPr>
        <p:txBody>
          <a:bodyPr/>
          <a:lstStyle/>
          <a:p>
            <a:r>
              <a:rPr lang="ru-RU" b="1" dirty="0"/>
              <a:t>Первое </a:t>
            </a:r>
            <a:r>
              <a:rPr lang="ru-RU" dirty="0"/>
              <a:t>литературное произведение – </a:t>
            </a:r>
            <a:r>
              <a:rPr lang="en-US" dirty="0"/>
              <a:t>“</a:t>
            </a:r>
            <a:r>
              <a:rPr lang="ru-RU" dirty="0"/>
              <a:t>Эпос о Гильгамеше</a:t>
            </a:r>
            <a:r>
              <a:rPr lang="en-US" dirty="0"/>
              <a:t>”</a:t>
            </a:r>
            <a:r>
              <a:rPr lang="ru-RU" dirty="0"/>
              <a:t>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1360F9-B806-4ABD-825A-43CC2B933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029" y="1446713"/>
            <a:ext cx="1832114" cy="198228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4B3749F-ED47-4DB0-A63C-D0DC0A8EB29E}"/>
              </a:ext>
            </a:extLst>
          </p:cNvPr>
          <p:cNvSpPr txBox="1">
            <a:spLocks/>
          </p:cNvSpPr>
          <p:nvPr/>
        </p:nvSpPr>
        <p:spPr>
          <a:xfrm>
            <a:off x="9421906" y="3531838"/>
            <a:ext cx="2770094" cy="4484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(Около 2-ух тысяч лет назад)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2F3BC12-DF82-44B4-BA85-7865F8626FE3}"/>
              </a:ext>
            </a:extLst>
          </p:cNvPr>
          <p:cNvSpPr txBox="1">
            <a:spLocks/>
          </p:cNvSpPr>
          <p:nvPr/>
        </p:nvSpPr>
        <p:spPr>
          <a:xfrm>
            <a:off x="3668714" y="2604991"/>
            <a:ext cx="5582861" cy="1153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/>
              <a:t>Первым и важнейшим</a:t>
            </a:r>
            <a:r>
              <a:rPr lang="ru-RU" dirty="0"/>
              <a:t> международным договором в области авторского права была – </a:t>
            </a:r>
            <a:r>
              <a:rPr lang="en-US" dirty="0"/>
              <a:t>“</a:t>
            </a:r>
            <a:r>
              <a:rPr lang="ru-RU" b="1" dirty="0"/>
              <a:t>Бернская конвенция об охране литературных и художественных произведений</a:t>
            </a:r>
            <a:r>
              <a:rPr lang="en-US" dirty="0"/>
              <a:t>” (1886-</a:t>
            </a:r>
            <a:r>
              <a:rPr lang="ru-RU" dirty="0"/>
              <a:t>ой год</a:t>
            </a:r>
            <a:r>
              <a:rPr lang="en-US" dirty="0"/>
              <a:t>)</a:t>
            </a:r>
            <a:r>
              <a:rPr lang="ru-RU" dirty="0"/>
              <a:t>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BC877C-2B1C-4FC7-B676-B56E0CF3F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854" y="3894077"/>
            <a:ext cx="4130579" cy="269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22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311B-3177-0658-3585-6639F26A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787" y="178120"/>
            <a:ext cx="10671048" cy="802659"/>
          </a:xfrm>
        </p:spPr>
        <p:txBody>
          <a:bodyPr/>
          <a:lstStyle/>
          <a:p>
            <a:r>
              <a:rPr lang="ru-RU" altLang="zh-CN" dirty="0"/>
              <a:t>ПРЕДЫСТОРИЯ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CF22D2-2B16-C40D-AA90-609B5CD0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8E6E6-D655-4792-AB1E-B8AB6031C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1787" y="1453896"/>
            <a:ext cx="5671790" cy="91046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Английская корпорация «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Stationer's Company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», объединившая издателей и продавцов книг, полностью 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монополизировала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книжный рынок.</a:t>
            </a:r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277F20-EB2B-499F-B5B0-EBF41B369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85" y="2364362"/>
            <a:ext cx="4772484" cy="3444767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3D7CE1F0-09B2-4B2D-84EA-335505A904BE}"/>
              </a:ext>
            </a:extLst>
          </p:cNvPr>
          <p:cNvSpPr txBox="1">
            <a:spLocks/>
          </p:cNvSpPr>
          <p:nvPr/>
        </p:nvSpPr>
        <p:spPr>
          <a:xfrm>
            <a:off x="6379600" y="2453814"/>
            <a:ext cx="5523458" cy="91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dirty="0"/>
              <a:t>Первые договоры по поводу авторских прав были </a:t>
            </a:r>
            <a:r>
              <a:rPr lang="ru-RU" b="1" dirty="0"/>
              <a:t>неудобны</a:t>
            </a:r>
            <a:r>
              <a:rPr lang="ru-RU" dirty="0"/>
              <a:t> и </a:t>
            </a:r>
            <a:r>
              <a:rPr lang="ru-RU" b="1" dirty="0"/>
              <a:t>неуниверсальными</a:t>
            </a:r>
            <a:r>
              <a:rPr lang="ru-RU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400370-4B2E-4F9A-B0C3-4A60F1AF4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32" y="3251736"/>
            <a:ext cx="5375125" cy="30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74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122" y="256469"/>
            <a:ext cx="6361349" cy="645962"/>
          </a:xfrm>
        </p:spPr>
        <p:txBody>
          <a:bodyPr/>
          <a:lstStyle/>
          <a:p>
            <a:r>
              <a:rPr lang="ru-RU"/>
              <a:t>Создание КОНвенции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016EE4-D06F-BB48-F27D-14F290F0FE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11880" y="1347664"/>
            <a:ext cx="768096" cy="1882471"/>
          </a:xfrm>
        </p:spPr>
        <p:txBody>
          <a:bodyPr/>
          <a:lstStyle/>
          <a:p>
            <a:r>
              <a:rPr lang="en-US"/>
              <a:t>“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736C0-59DE-A4DF-7A05-6F22D48CC0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00616" y="3209544"/>
            <a:ext cx="768096" cy="1627632"/>
          </a:xfrm>
        </p:spPr>
        <p:txBody>
          <a:bodyPr/>
          <a:lstStyle/>
          <a:p>
            <a:r>
              <a:rPr lang="en-US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4E13D1-CADA-47C7-8C13-CDFABD34BC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5877" y="2728767"/>
            <a:ext cx="4971237" cy="864804"/>
          </a:xfrm>
        </p:spPr>
        <p:txBody>
          <a:bodyPr/>
          <a:lstStyle/>
          <a:p>
            <a:r>
              <a:rPr lang="ru-RU" dirty="0"/>
              <a:t>Прародитель Бернской Конвенции является – </a:t>
            </a:r>
            <a:r>
              <a:rPr lang="ru-RU" b="1" dirty="0"/>
              <a:t>Виктор Гюго</a:t>
            </a:r>
            <a:r>
              <a:rPr lang="ru-RU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92C7C2-E8CE-4982-8925-A6F7F9307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075" y="2000846"/>
            <a:ext cx="1585097" cy="8306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140D1A-6C8C-4A8A-BA64-BDD15A9AA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353842" y="3361141"/>
            <a:ext cx="2838158" cy="8306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8D2019-47CF-411A-957F-38449CFD7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974" y="1464237"/>
            <a:ext cx="701101" cy="4648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417B5C-A7CC-4CFF-8A2C-F15181FAA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696667"/>
            <a:ext cx="701101" cy="4648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46023B-FBCD-4C49-9843-64327DFB8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450" y="1103161"/>
            <a:ext cx="3531084" cy="2691314"/>
          </a:xfrm>
          <a:prstGeom prst="rect">
            <a:avLst/>
          </a:prstGeom>
        </p:spPr>
      </p:pic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D88593AA-BA75-4E2A-BED8-C54859B07C21}"/>
              </a:ext>
            </a:extLst>
          </p:cNvPr>
          <p:cNvSpPr txBox="1">
            <a:spLocks/>
          </p:cNvSpPr>
          <p:nvPr/>
        </p:nvSpPr>
        <p:spPr>
          <a:xfrm>
            <a:off x="8470451" y="3794475"/>
            <a:ext cx="3531084" cy="69724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Французский писатель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38F32AA-E686-4834-BDC9-4F936A3B2B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8690" y="3631168"/>
            <a:ext cx="3375759" cy="2292493"/>
          </a:xfrm>
          <a:prstGeom prst="rect">
            <a:avLst/>
          </a:prstGeom>
        </p:spPr>
      </p:pic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E7FEA9D4-ECD5-49EC-BFE9-30AA71CBB03E}"/>
              </a:ext>
            </a:extLst>
          </p:cNvPr>
          <p:cNvSpPr txBox="1">
            <a:spLocks/>
          </p:cNvSpPr>
          <p:nvPr/>
        </p:nvSpPr>
        <p:spPr>
          <a:xfrm>
            <a:off x="7748669" y="4773934"/>
            <a:ext cx="4252866" cy="127790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000" b="1" dirty="0"/>
              <a:t>Брюссельский конгресс авторов произведений литературы и искусства </a:t>
            </a:r>
            <a:r>
              <a:rPr lang="ru-RU" sz="2000" dirty="0"/>
              <a:t>– </a:t>
            </a:r>
            <a:r>
              <a:rPr lang="ru-RU" sz="2000" b="1" dirty="0"/>
              <a:t>прародитель</a:t>
            </a:r>
            <a:r>
              <a:rPr lang="ru-RU" sz="2000" dirty="0"/>
              <a:t> </a:t>
            </a:r>
            <a:r>
              <a:rPr lang="en-US" sz="2000" dirty="0"/>
              <a:t>“</a:t>
            </a:r>
            <a:r>
              <a:rPr lang="ru-RU" sz="2000" dirty="0"/>
              <a:t>Бернской Конвенции</a:t>
            </a:r>
            <a:r>
              <a:rPr lang="en-US" sz="2000" dirty="0"/>
              <a:t>”.</a:t>
            </a:r>
            <a:endParaRPr lang="ru-RU" sz="2000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AD96D038-C56A-4596-A662-055808E554E3}"/>
              </a:ext>
            </a:extLst>
          </p:cNvPr>
          <p:cNvSpPr txBox="1">
            <a:spLocks/>
          </p:cNvSpPr>
          <p:nvPr/>
        </p:nvSpPr>
        <p:spPr>
          <a:xfrm>
            <a:off x="5373765" y="5785536"/>
            <a:ext cx="1525196" cy="69724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(1885 год)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C09F16-6D23-666F-6800-8FC697831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76" y="119799"/>
            <a:ext cx="10671048" cy="919302"/>
          </a:xfrm>
        </p:spPr>
        <p:txBody>
          <a:bodyPr/>
          <a:lstStyle/>
          <a:p>
            <a:r>
              <a:rPr lang="ru-RU" dirty="0"/>
              <a:t>ЦЕЛи конвенции</a:t>
            </a:r>
            <a:endParaRPr lang="en-US" dirty="0"/>
          </a:p>
        </p:txBody>
      </p:sp>
      <p:sp>
        <p:nvSpPr>
          <p:cNvPr id="74" name="Slide Number Placeholder 73">
            <a:extLst>
              <a:ext uri="{FF2B5EF4-FFF2-40B4-BE49-F238E27FC236}">
                <a16:creationId xmlns:a16="http://schemas.microsoft.com/office/drawing/2014/main" id="{B964C6B0-844C-A964-2B74-46CF893E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2407ED5-E28E-4270-B32B-DC68F7A1E1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3807" y="1431126"/>
            <a:ext cx="9666460" cy="1491492"/>
          </a:xfrm>
        </p:spPr>
        <p:txBody>
          <a:bodyPr/>
          <a:lstStyle/>
          <a:p>
            <a:pPr algn="just"/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Ц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ель бернской конвенции -  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установление общих для всех стран-участниц требований, которые обеспечат защиту прав авторов на</a:t>
            </a:r>
            <a:r>
              <a:rPr lang="ru-RU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международном 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уровне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  <p:sp>
        <p:nvSpPr>
          <p:cNvPr id="41" name="Text Placeholder 33">
            <a:extLst>
              <a:ext uri="{FF2B5EF4-FFF2-40B4-BE49-F238E27FC236}">
                <a16:creationId xmlns:a16="http://schemas.microsoft.com/office/drawing/2014/main" id="{93E325A6-B8AD-43D0-B60D-4A587F5F1813}"/>
              </a:ext>
            </a:extLst>
          </p:cNvPr>
          <p:cNvSpPr txBox="1">
            <a:spLocks/>
          </p:cNvSpPr>
          <p:nvPr/>
        </p:nvSpPr>
        <p:spPr>
          <a:xfrm>
            <a:off x="313807" y="2443891"/>
            <a:ext cx="6813134" cy="14914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600" dirty="0"/>
              <a:t>Первые страны участники</a:t>
            </a:r>
            <a:r>
              <a:rPr lang="en-US" sz="1600" dirty="0"/>
              <a:t>:</a:t>
            </a:r>
            <a:endParaRPr lang="ru-RU" sz="16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928CB3A-F098-46C8-99F5-6EC32FB9A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07" y="5250999"/>
            <a:ext cx="1401122" cy="92689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4FC397E-B680-4756-A0DE-2B491AC17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875" y="3936586"/>
            <a:ext cx="1219419" cy="92689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EC3E566-EAC6-47AA-9F48-21DD38F8E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389" y="5250999"/>
            <a:ext cx="1243425" cy="92689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B2ED727-6C70-4E40-AF2A-037EA3B8A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362" y="3936586"/>
            <a:ext cx="1409976" cy="92689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98DDA13-2BC3-4091-92DB-38E46046C5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764" y="5252201"/>
            <a:ext cx="1392679" cy="92569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FB53490-7A67-4CA4-B98E-B728DECBA1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9037" y="3937788"/>
            <a:ext cx="1387944" cy="92569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FE03637-0C50-4469-A037-A6BC4EFC84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0267" y="5228795"/>
            <a:ext cx="1455411" cy="94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30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C09F16-6D23-666F-6800-8FC697831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37" y="457199"/>
            <a:ext cx="10665089" cy="859972"/>
          </a:xfrm>
        </p:spPr>
        <p:txBody>
          <a:bodyPr/>
          <a:lstStyle/>
          <a:p>
            <a:r>
              <a:rPr lang="ru-RU" dirty="0"/>
              <a:t>Структура конвенции</a:t>
            </a:r>
            <a:endParaRPr lang="en-US" dirty="0"/>
          </a:p>
        </p:txBody>
      </p:sp>
      <p:sp>
        <p:nvSpPr>
          <p:cNvPr id="218" name="Slide Number Placeholder 217">
            <a:extLst>
              <a:ext uri="{FF2B5EF4-FFF2-40B4-BE49-F238E27FC236}">
                <a16:creationId xmlns:a16="http://schemas.microsoft.com/office/drawing/2014/main" id="{C29F391A-4647-2731-26B5-3B262D873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5" name="Text Placeholder 33">
            <a:extLst>
              <a:ext uri="{FF2B5EF4-FFF2-40B4-BE49-F238E27FC236}">
                <a16:creationId xmlns:a16="http://schemas.microsoft.com/office/drawing/2014/main" id="{3574861C-9B64-4CCE-B7C9-C7AE3B3633AB}"/>
              </a:ext>
            </a:extLst>
          </p:cNvPr>
          <p:cNvSpPr txBox="1">
            <a:spLocks/>
          </p:cNvSpPr>
          <p:nvPr/>
        </p:nvSpPr>
        <p:spPr>
          <a:xfrm>
            <a:off x="1201313" y="3053738"/>
            <a:ext cx="6813134" cy="149149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200" kern="1200" spc="2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DD172AE7-AB5B-4674-B6F1-949E07BF2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335" y="1815859"/>
            <a:ext cx="8222693" cy="381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69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C09F16-6D23-666F-6800-8FC697831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37" y="457199"/>
            <a:ext cx="10665089" cy="859972"/>
          </a:xfrm>
        </p:spPr>
        <p:txBody>
          <a:bodyPr/>
          <a:lstStyle/>
          <a:p>
            <a:r>
              <a:rPr lang="ru-RU" dirty="0"/>
              <a:t>Структура конвенции</a:t>
            </a:r>
            <a:endParaRPr lang="en-US" dirty="0"/>
          </a:p>
        </p:txBody>
      </p:sp>
      <p:sp>
        <p:nvSpPr>
          <p:cNvPr id="218" name="Slide Number Placeholder 217">
            <a:extLst>
              <a:ext uri="{FF2B5EF4-FFF2-40B4-BE49-F238E27FC236}">
                <a16:creationId xmlns:a16="http://schemas.microsoft.com/office/drawing/2014/main" id="{C29F391A-4647-2731-26B5-3B262D873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5" name="Text Placeholder 33">
            <a:extLst>
              <a:ext uri="{FF2B5EF4-FFF2-40B4-BE49-F238E27FC236}">
                <a16:creationId xmlns:a16="http://schemas.microsoft.com/office/drawing/2014/main" id="{3574861C-9B64-4CCE-B7C9-C7AE3B3633AB}"/>
              </a:ext>
            </a:extLst>
          </p:cNvPr>
          <p:cNvSpPr txBox="1">
            <a:spLocks/>
          </p:cNvSpPr>
          <p:nvPr/>
        </p:nvSpPr>
        <p:spPr>
          <a:xfrm>
            <a:off x="1201313" y="3053738"/>
            <a:ext cx="6813134" cy="149149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200" kern="1200" spc="2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E19DA625-0794-4810-9193-6A485FBB5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93667"/>
              </p:ext>
            </p:extLst>
          </p:nvPr>
        </p:nvGraphicFramePr>
        <p:xfrm>
          <a:off x="760936" y="1473201"/>
          <a:ext cx="10994184" cy="51492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748546">
                  <a:extLst>
                    <a:ext uri="{9D8B030D-6E8A-4147-A177-3AD203B41FA5}">
                      <a16:colId xmlns:a16="http://schemas.microsoft.com/office/drawing/2014/main" val="858486388"/>
                    </a:ext>
                  </a:extLst>
                </a:gridCol>
                <a:gridCol w="2748546">
                  <a:extLst>
                    <a:ext uri="{9D8B030D-6E8A-4147-A177-3AD203B41FA5}">
                      <a16:colId xmlns:a16="http://schemas.microsoft.com/office/drawing/2014/main" val="3769783677"/>
                    </a:ext>
                  </a:extLst>
                </a:gridCol>
                <a:gridCol w="2748546">
                  <a:extLst>
                    <a:ext uri="{9D8B030D-6E8A-4147-A177-3AD203B41FA5}">
                      <a16:colId xmlns:a16="http://schemas.microsoft.com/office/drawing/2014/main" val="4216256133"/>
                    </a:ext>
                  </a:extLst>
                </a:gridCol>
                <a:gridCol w="2748546">
                  <a:extLst>
                    <a:ext uri="{9D8B030D-6E8A-4147-A177-3AD203B41FA5}">
                      <a16:colId xmlns:a16="http://schemas.microsoft.com/office/drawing/2014/main" val="1999446063"/>
                    </a:ext>
                  </a:extLst>
                </a:gridCol>
              </a:tblGrid>
              <a:tr h="702126">
                <a:tc gridSpan="4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ru-RU" dirty="0"/>
                    </a:p>
                    <a:p>
                      <a:pPr marL="0" indent="0" algn="ctr">
                        <a:buFont typeface="+mj-lt"/>
                        <a:buNone/>
                      </a:pPr>
                      <a:r>
                        <a:rPr lang="ru-RU" dirty="0"/>
                        <a:t>Принципы </a:t>
                      </a:r>
                      <a:r>
                        <a:rPr lang="en-US" dirty="0"/>
                        <a:t>“</a:t>
                      </a:r>
                      <a:r>
                        <a:rPr lang="ru-RU" dirty="0"/>
                        <a:t>Бернской конвенции</a:t>
                      </a:r>
                      <a:r>
                        <a:rPr lang="en-US" dirty="0"/>
                        <a:t>”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540681"/>
                  </a:ext>
                </a:extLst>
              </a:tr>
              <a:tr h="143448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«Принцип национального режима».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«Принцип автоматической защиты»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«Принцип независимости охраны»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Принцип «неприкосновенности обязательного минимума авторских прав»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39371"/>
                  </a:ext>
                </a:extLst>
              </a:tr>
              <a:tr h="2984034">
                <a:tc>
                  <a:txBody>
                    <a:bodyPr/>
                    <a:lstStyle/>
                    <a:p>
                      <a:pPr algn="just"/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Страна-участница союза обеспечивает любому произведению, созданному в другой стране-участнице Союза, столь же высокий уровень охраны авторских прав, как и собственным произведениям.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/>
                        <a:t>Защита произведения осуществляется без каких-либо действий.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Этот принцип предусматривает защиту авторского права независимо, охраняются ли соответствующие права в стране, в котором произведение создано.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Страна-союзник не может самостоятельно уменьшить уровень защищенности прав автора.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66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521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C09F16-6D23-666F-6800-8FC697831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37" y="457199"/>
            <a:ext cx="10665089" cy="859972"/>
          </a:xfrm>
        </p:spPr>
        <p:txBody>
          <a:bodyPr/>
          <a:lstStyle/>
          <a:p>
            <a:r>
              <a:rPr lang="ru-RU" dirty="0"/>
              <a:t>Структура конвенции</a:t>
            </a:r>
            <a:endParaRPr lang="en-US" dirty="0"/>
          </a:p>
        </p:txBody>
      </p:sp>
      <p:sp>
        <p:nvSpPr>
          <p:cNvPr id="218" name="Slide Number Placeholder 217">
            <a:extLst>
              <a:ext uri="{FF2B5EF4-FFF2-40B4-BE49-F238E27FC236}">
                <a16:creationId xmlns:a16="http://schemas.microsoft.com/office/drawing/2014/main" id="{C29F391A-4647-2731-26B5-3B262D873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5" name="Text Placeholder 33">
            <a:extLst>
              <a:ext uri="{FF2B5EF4-FFF2-40B4-BE49-F238E27FC236}">
                <a16:creationId xmlns:a16="http://schemas.microsoft.com/office/drawing/2014/main" id="{3574861C-9B64-4CCE-B7C9-C7AE3B3633AB}"/>
              </a:ext>
            </a:extLst>
          </p:cNvPr>
          <p:cNvSpPr txBox="1">
            <a:spLocks/>
          </p:cNvSpPr>
          <p:nvPr/>
        </p:nvSpPr>
        <p:spPr>
          <a:xfrm>
            <a:off x="1201313" y="3053738"/>
            <a:ext cx="6813134" cy="149149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200" kern="1200" spc="2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54145F6-D905-40BD-8CE8-2D21B09F8E05}"/>
              </a:ext>
            </a:extLst>
          </p:cNvPr>
          <p:cNvSpPr txBox="1">
            <a:spLocks/>
          </p:cNvSpPr>
          <p:nvPr/>
        </p:nvSpPr>
        <p:spPr>
          <a:xfrm>
            <a:off x="531787" y="1730221"/>
            <a:ext cx="2821013" cy="698019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dirty="0"/>
              <a:t>Особенности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6494839-F014-4030-AF8B-C176285083F5}"/>
              </a:ext>
            </a:extLst>
          </p:cNvPr>
          <p:cNvSpPr txBox="1">
            <a:spLocks/>
          </p:cNvSpPr>
          <p:nvPr/>
        </p:nvSpPr>
        <p:spPr>
          <a:xfrm>
            <a:off x="531787" y="2428240"/>
            <a:ext cx="10894239" cy="3522540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Бернская конвенция предусматривает охрану прав авторов, а также их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наследников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Автором признается человек, имя или псевдоним которого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указан на произведении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Права на анонимные произведения принадлежат 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издателю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ru-RU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7F05D-4566-4454-BB87-D78CA59A4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119" y="4545230"/>
            <a:ext cx="1301907" cy="139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10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7D2E-080D-DBDD-73C4-3C38A2B7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219239"/>
            <a:ext cx="6527800" cy="964926"/>
          </a:xfrm>
        </p:spPr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F20BE-640F-EFAB-3A43-2AA146DB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FDE3-DBA4-6A04-C75D-E56FE92EF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1470752"/>
            <a:ext cx="5674360" cy="1893217"/>
          </a:xfrm>
        </p:spPr>
        <p:txBody>
          <a:bodyPr/>
          <a:lstStyle/>
          <a:p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1911 году в Российской империи был издан 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закон об авторском прав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е, учитывающий требования 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Бернской конвенции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04A920-68AD-41C7-8641-55BA43DFE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774" y="1272691"/>
            <a:ext cx="1725964" cy="28121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59319C-AFC5-4CF8-AFD8-EDB49CCA9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483" y="4038385"/>
            <a:ext cx="1725964" cy="269772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E6F44B-5C4C-47BD-B0C5-EB2BFA57355B}"/>
              </a:ext>
            </a:extLst>
          </p:cNvPr>
          <p:cNvSpPr txBox="1">
            <a:spLocks/>
          </p:cNvSpPr>
          <p:nvPr/>
        </p:nvSpPr>
        <p:spPr>
          <a:xfrm>
            <a:off x="4565616" y="4638700"/>
            <a:ext cx="4425984" cy="1893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70-е годы </a:t>
            </a: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Советском Союзе 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законодательство об авторском праве было приведено </a:t>
            </a:r>
            <a:r>
              <a:rPr lang="ru-RU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полное соответствие с Бернской конвенцией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18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7D2E-080D-DBDD-73C4-3C38A2B7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219239"/>
            <a:ext cx="6527800" cy="964926"/>
          </a:xfrm>
        </p:spPr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F20BE-640F-EFAB-3A43-2AA146DB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8475" y="457199"/>
            <a:ext cx="987552" cy="244503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8FDE3-DBA4-6A04-C75D-E56FE92EF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40" y="2151472"/>
            <a:ext cx="7386320" cy="4046128"/>
          </a:xfrm>
        </p:spPr>
        <p:txBody>
          <a:bodyPr>
            <a:normAutofit/>
          </a:bodyPr>
          <a:lstStyle/>
          <a:p>
            <a:pPr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Россия стала 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полноправным членом Бернского союза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1995 года. </a:t>
            </a:r>
          </a:p>
          <a:p>
            <a:pPr algn="just"/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Бернская конвенция – один из первых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актов в сфере международной защиты интеллектуальной собственности.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Бернская конвенция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повлияло на развитие международного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обмена в сфере 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информации и технологий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3586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182880"/>
            <a:ext cx="8696960" cy="1643147"/>
          </a:xfrm>
        </p:spPr>
        <p:txBody>
          <a:bodyPr/>
          <a:lstStyle/>
          <a:p>
            <a:r>
              <a:rPr lang="ru-RU" dirty="0"/>
              <a:t>Спасибо за </a:t>
            </a:r>
            <a:br>
              <a:rPr lang="ru-RU" dirty="0"/>
            </a:br>
            <a:r>
              <a:rPr lang="ru-RU" dirty="0"/>
              <a:t>внимание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7DFD8-D262-D485-B1F2-817C5A092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" y="3050331"/>
            <a:ext cx="4550664" cy="2314448"/>
          </a:xfrm>
        </p:spPr>
        <p:txBody>
          <a:bodyPr>
            <a:normAutofit/>
          </a:bodyPr>
          <a:lstStyle/>
          <a:p>
            <a:r>
              <a:rPr lang="en-US" dirty="0"/>
              <a:t>erdogan33@mail.ru</a:t>
            </a:r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LW_V5" id="{4FE3E7F2-DE97-43FB-9854-C2719499B15F}" vid="{37DF82F1-E382-44D9-A149-92ACBBF70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117FA41-AE03-4A0A-A9B0-817CABD094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D6F65D-59DB-459C-812A-E954DE5F05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D542F6-3184-4387-BE39-8DA735EB550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{A6B4237B-C516-4427-BA2A-F10BB687B6C3}tf78438558_win32</Template>
  <TotalTime>117</TotalTime>
  <Words>405</Words>
  <Application>Microsoft Office PowerPoint</Application>
  <PresentationFormat>Widescreen</PresentationFormat>
  <Paragraphs>66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Times New Roman</vt:lpstr>
      <vt:lpstr>Custom</vt:lpstr>
      <vt:lpstr>Бернская конвенция об охране литературных и художественных произведений 1886 год</vt:lpstr>
      <vt:lpstr>Содержание</vt:lpstr>
      <vt:lpstr>ВВЕДЕНИЕ</vt:lpstr>
      <vt:lpstr>ПРЕДЫСТОРИЯ</vt:lpstr>
      <vt:lpstr>Создание КОНвенции</vt:lpstr>
      <vt:lpstr>ЦЕЛи конвенции</vt:lpstr>
      <vt:lpstr>Структура конвенции</vt:lpstr>
      <vt:lpstr>Структура конвенции</vt:lpstr>
      <vt:lpstr>Структура конвенции</vt:lpstr>
      <vt:lpstr>ЗАКЛЮчение</vt:lpstr>
      <vt:lpstr>ЗАКЛЮчение</vt:lpstr>
      <vt:lpstr>Спасибо за  внимание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>Deniz Erdogan</dc:creator>
  <cp:lastModifiedBy>Deniz Erdogan</cp:lastModifiedBy>
  <cp:revision>14</cp:revision>
  <dcterms:created xsi:type="dcterms:W3CDTF">2023-09-24T15:48:07Z</dcterms:created>
  <dcterms:modified xsi:type="dcterms:W3CDTF">2023-09-24T17:45:32Z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