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Default Extension="gif" ContentType="image/gif"/>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wmf"/><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2" r:id="rId6"/>
    <p:sldId id="261" r:id="rId7"/>
    <p:sldId id="260" r:id="rId8"/>
    <p:sldId id="263" r:id="rId9"/>
    <p:sldId id="269" r:id="rId10"/>
    <p:sldId id="264" r:id="rId11"/>
    <p:sldId id="268" r:id="rId12"/>
    <p:sldId id="266" r:id="rId13"/>
    <p:sldId id="272" r:id="rId14"/>
    <p:sldId id="265" r:id="rId15"/>
    <p:sldId id="270" r:id="rId16"/>
    <p:sldId id="271" r:id="rId17"/>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Arial" charset="0"/>
        <a:ea typeface="+mn-ea"/>
        <a:cs typeface="Arial" charset="0"/>
      </a:defRPr>
    </a:lvl1pPr>
    <a:lvl2pPr marL="457200" algn="l" defTabSz="457200" rtl="0" fontAlgn="base">
      <a:spcBef>
        <a:spcPct val="0"/>
      </a:spcBef>
      <a:spcAft>
        <a:spcPct val="0"/>
      </a:spcAft>
      <a:defRPr kern="1200">
        <a:solidFill>
          <a:schemeClr val="tx1"/>
        </a:solidFill>
        <a:latin typeface="Arial" charset="0"/>
        <a:ea typeface="+mn-ea"/>
        <a:cs typeface="Arial" charset="0"/>
      </a:defRPr>
    </a:lvl2pPr>
    <a:lvl3pPr marL="914400" algn="l" defTabSz="457200" rtl="0" fontAlgn="base">
      <a:spcBef>
        <a:spcPct val="0"/>
      </a:spcBef>
      <a:spcAft>
        <a:spcPct val="0"/>
      </a:spcAft>
      <a:defRPr kern="1200">
        <a:solidFill>
          <a:schemeClr val="tx1"/>
        </a:solidFill>
        <a:latin typeface="Arial" charset="0"/>
        <a:ea typeface="+mn-ea"/>
        <a:cs typeface="Arial" charset="0"/>
      </a:defRPr>
    </a:lvl3pPr>
    <a:lvl4pPr marL="1371600" algn="l" defTabSz="457200" rtl="0" fontAlgn="base">
      <a:spcBef>
        <a:spcPct val="0"/>
      </a:spcBef>
      <a:spcAft>
        <a:spcPct val="0"/>
      </a:spcAft>
      <a:defRPr kern="1200">
        <a:solidFill>
          <a:schemeClr val="tx1"/>
        </a:solidFill>
        <a:latin typeface="Arial" charset="0"/>
        <a:ea typeface="+mn-ea"/>
        <a:cs typeface="Arial" charset="0"/>
      </a:defRPr>
    </a:lvl4pPr>
    <a:lvl5pPr marL="1828800" algn="l" defTabSz="457200"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72" d="100"/>
          <a:sy n="72" d="100"/>
        </p:scale>
        <p:origin x="-156" y="-84"/>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pic>
        <p:nvPicPr>
          <p:cNvPr id="4" name="Picture 6" descr="Celestia-R1---OverlayTitleHD.png"/>
          <p:cNvPicPr>
            <a:picLocks noChangeAspect="1"/>
          </p:cNvPicPr>
          <p:nvPr/>
        </p:nvPicPr>
        <p:blipFill>
          <a:blip r:embed="rId2"/>
          <a:srcRect/>
          <a:stretch>
            <a:fillRect/>
          </a:stretch>
        </p:blipFill>
        <p:spPr bwMode="auto">
          <a:xfrm>
            <a:off x="0" y="0"/>
            <a:ext cx="12188825" cy="6856413"/>
          </a:xfrm>
          <a:prstGeom prst="rect">
            <a:avLst/>
          </a:prstGeom>
          <a:noFill/>
          <a:ln w="9525">
            <a:noFill/>
            <a:miter lim="800000"/>
            <a:headEnd/>
            <a:tailEnd/>
          </a:ln>
        </p:spPr>
      </p:pic>
      <p:sp>
        <p:nvSpPr>
          <p:cNvPr id="2" name="Title 1"/>
          <p:cNvSpPr>
            <a:spLocks noGrp="1"/>
          </p:cNvSpPr>
          <p:nvPr>
            <p:ph type="ctrTitle"/>
          </p:nvPr>
        </p:nvSpPr>
        <p:spPr>
          <a:xfrm>
            <a:off x="3962399" y="1964267"/>
            <a:ext cx="7197726" cy="2421464"/>
          </a:xfrm>
        </p:spPr>
        <p:txBody>
          <a:bodyPr anchor="b"/>
          <a:lstStyle>
            <a:lvl1pPr algn="r">
              <a:defRPr sz="4800">
                <a:effectLst/>
              </a:defRPr>
            </a:lvl1pPr>
          </a:lstStyle>
          <a:p>
            <a:r>
              <a:rPr lang="ru-RU" smtClean="0"/>
              <a:t>Образец заголовка</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en-US" dirty="0"/>
          </a:p>
        </p:txBody>
      </p:sp>
      <p:sp>
        <p:nvSpPr>
          <p:cNvPr id="5" name="Date Placeholder 3"/>
          <p:cNvSpPr>
            <a:spLocks noGrp="1"/>
          </p:cNvSpPr>
          <p:nvPr>
            <p:ph type="dt" sz="half" idx="10"/>
          </p:nvPr>
        </p:nvSpPr>
        <p:spPr>
          <a:xfrm>
            <a:off x="8932863" y="5870575"/>
            <a:ext cx="1600200" cy="377825"/>
          </a:xfrm>
        </p:spPr>
        <p:txBody>
          <a:bodyPr/>
          <a:lstStyle>
            <a:lvl1pPr>
              <a:defRPr/>
            </a:lvl1pPr>
          </a:lstStyle>
          <a:p>
            <a:pPr>
              <a:defRPr/>
            </a:pPr>
            <a:fld id="{79DC9DC4-0582-4312-928A-1E8AC94CF8E1}" type="datetimeFigureOut">
              <a:rPr lang="en-US"/>
              <a:pPr>
                <a:defRPr/>
              </a:pPr>
              <a:t>5/28/2014</a:t>
            </a:fld>
            <a:endParaRPr lang="en-US"/>
          </a:p>
        </p:txBody>
      </p:sp>
      <p:sp>
        <p:nvSpPr>
          <p:cNvPr id="6" name="Footer Placeholder 4"/>
          <p:cNvSpPr>
            <a:spLocks noGrp="1"/>
          </p:cNvSpPr>
          <p:nvPr>
            <p:ph type="ftr" sz="quarter" idx="11"/>
          </p:nvPr>
        </p:nvSpPr>
        <p:spPr>
          <a:xfrm>
            <a:off x="3962400" y="5870575"/>
            <a:ext cx="4894263" cy="377825"/>
          </a:xfrm>
        </p:spPr>
        <p:txBody>
          <a:bodyPr/>
          <a:lstStyle>
            <a:lvl1pPr>
              <a:defRPr/>
            </a:lvl1pPr>
          </a:lstStyle>
          <a:p>
            <a:pPr>
              <a:defRPr/>
            </a:pPr>
            <a:endParaRPr lang="en-US"/>
          </a:p>
        </p:txBody>
      </p:sp>
      <p:sp>
        <p:nvSpPr>
          <p:cNvPr id="7" name="Slide Number Placeholder 5"/>
          <p:cNvSpPr>
            <a:spLocks noGrp="1"/>
          </p:cNvSpPr>
          <p:nvPr>
            <p:ph type="sldNum" sz="quarter" idx="12"/>
          </p:nvPr>
        </p:nvSpPr>
        <p:spPr>
          <a:xfrm>
            <a:off x="10609263" y="5870575"/>
            <a:ext cx="550862" cy="377825"/>
          </a:xfrm>
        </p:spPr>
        <p:txBody>
          <a:bodyPr/>
          <a:lstStyle>
            <a:lvl1pPr>
              <a:defRPr/>
            </a:lvl1pPr>
          </a:lstStyle>
          <a:p>
            <a:pPr>
              <a:defRPr/>
            </a:pPr>
            <a:fld id="{5C54B793-79D1-4132-AA9E-78C11968BB87}" type="slidenum">
              <a:rPr lang="en-US"/>
              <a:pPr>
                <a:defRPr/>
              </a:pPr>
              <a:t>‹#›</a:t>
            </a:fld>
            <a:endParaRPr lang="en-US"/>
          </a:p>
        </p:txBody>
      </p:sp>
    </p:spTree>
  </p:cSld>
  <p:clrMapOvr>
    <a:overrideClrMapping bg1="dk1" tx1="lt1" bg2="dk2" tx2="lt2" accent1="accent1" accent2="accent2" accent3="accent3" accent4="accent4" accent5="accent5" accent6="accent6" hlink="hlink" folHlink="folHlink"/>
  </p:clrMapOvr>
  <p:transition spd="slow">
    <p:cove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pic>
        <p:nvPicPr>
          <p:cNvPr id="4" name="Picture 6" descr="Celestia-R1---OverlayContentHD.png"/>
          <p:cNvPicPr>
            <a:picLocks noChangeAspect="1"/>
          </p:cNvPicPr>
          <p:nvPr/>
        </p:nvPicPr>
        <p:blipFill>
          <a:blip r:embed="rId2"/>
          <a:srcRect/>
          <a:stretch>
            <a:fillRect/>
          </a:stretch>
        </p:blipFill>
        <p:spPr bwMode="auto">
          <a:xfrm>
            <a:off x="0" y="0"/>
            <a:ext cx="12188825" cy="6856413"/>
          </a:xfrm>
          <a:prstGeom prst="rect">
            <a:avLst/>
          </a:prstGeom>
          <a:noFill/>
          <a:ln w="9525">
            <a:noFill/>
            <a:miter lim="800000"/>
            <a:headEnd/>
            <a:tailEnd/>
          </a:ln>
        </p:spPr>
      </p:pic>
      <p:sp>
        <p:nvSpPr>
          <p:cNvPr id="2" name="Title 1"/>
          <p:cNvSpPr>
            <a:spLocks noGrp="1"/>
          </p:cNvSpPr>
          <p:nvPr>
            <p:ph type="title"/>
          </p:nvPr>
        </p:nvSpPr>
        <p:spPr/>
        <p:txBody>
          <a:bodyPr/>
          <a:lstStyle/>
          <a:p>
            <a:r>
              <a:rPr lang="ru-RU" smtClean="0"/>
              <a:t>Образец заголовка</a:t>
            </a:r>
            <a:endParaRPr lang="en-US" dirty="0"/>
          </a:p>
        </p:txBody>
      </p:sp>
      <p:sp>
        <p:nvSpPr>
          <p:cNvPr id="3" name="Content Placeholder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Date Placeholder 3"/>
          <p:cNvSpPr>
            <a:spLocks noGrp="1"/>
          </p:cNvSpPr>
          <p:nvPr>
            <p:ph type="dt" sz="half" idx="10"/>
          </p:nvPr>
        </p:nvSpPr>
        <p:spPr/>
        <p:txBody>
          <a:bodyPr/>
          <a:lstStyle>
            <a:lvl1pPr>
              <a:defRPr/>
            </a:lvl1pPr>
          </a:lstStyle>
          <a:p>
            <a:pPr>
              <a:defRPr/>
            </a:pPr>
            <a:fld id="{EED35692-2AE8-4EE9-B732-F49F39D17A0F}" type="datetimeFigureOut">
              <a:rPr lang="en-US"/>
              <a:pPr>
                <a:defRPr/>
              </a:pPr>
              <a:t>5/28/2014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82E6280D-E9A6-4DDB-96F4-E216C1CE4B3D}" type="slidenum">
              <a:rPr lang="en-US"/>
              <a:pPr>
                <a:defRPr/>
              </a:pPr>
              <a:t>‹#›</a:t>
            </a:fld>
            <a:endParaRPr lang="en-US"/>
          </a:p>
        </p:txBody>
      </p:sp>
    </p:spTree>
  </p:cSld>
  <p:clrMapOvr>
    <a:masterClrMapping/>
  </p:clrMapOvr>
  <p:transition spd="slow">
    <p:cove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pic>
        <p:nvPicPr>
          <p:cNvPr id="4" name="Picture 6" descr="Celestia-R1---OverlayContentHD.png"/>
          <p:cNvPicPr>
            <a:picLocks noChangeAspect="1"/>
          </p:cNvPicPr>
          <p:nvPr/>
        </p:nvPicPr>
        <p:blipFill>
          <a:blip r:embed="rId2"/>
          <a:srcRect/>
          <a:stretch>
            <a:fillRect/>
          </a:stretch>
        </p:blipFill>
        <p:spPr bwMode="auto">
          <a:xfrm>
            <a:off x="0" y="0"/>
            <a:ext cx="12188825" cy="6856413"/>
          </a:xfrm>
          <a:prstGeom prst="rect">
            <a:avLst/>
          </a:prstGeom>
          <a:noFill/>
          <a:ln w="9525">
            <a:noFill/>
            <a:miter lim="800000"/>
            <a:headEnd/>
            <a:tailEnd/>
          </a:ln>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ru-RU" smtClean="0"/>
              <a:t>Образец заголовка</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5" name="Date Placeholder 3"/>
          <p:cNvSpPr>
            <a:spLocks noGrp="1"/>
          </p:cNvSpPr>
          <p:nvPr>
            <p:ph type="dt" sz="half" idx="10"/>
          </p:nvPr>
        </p:nvSpPr>
        <p:spPr/>
        <p:txBody>
          <a:bodyPr/>
          <a:lstStyle>
            <a:lvl1pPr>
              <a:defRPr/>
            </a:lvl1pPr>
          </a:lstStyle>
          <a:p>
            <a:pPr>
              <a:defRPr/>
            </a:pPr>
            <a:fld id="{E7831B24-E89A-42C9-B361-5D0E6C775CF1}" type="datetimeFigureOut">
              <a:rPr lang="en-US"/>
              <a:pPr>
                <a:defRPr/>
              </a:pPr>
              <a:t>5/28/2014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3CF260D0-4DD9-48A2-893E-00B4EEF7A69B}" type="slidenum">
              <a:rPr lang="en-US"/>
              <a:pPr>
                <a:defRPr/>
              </a:pPr>
              <a:t>‹#›</a:t>
            </a:fld>
            <a:endParaRPr lang="en-US"/>
          </a:p>
        </p:txBody>
      </p:sp>
    </p:spTree>
  </p:cSld>
  <p:clrMapOvr>
    <a:masterClrMapping/>
  </p:clrMapOvr>
  <p:transition spd="slow">
    <p:cove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pic>
        <p:nvPicPr>
          <p:cNvPr id="5" name="Picture 7" descr="Celestia-R1---OverlayContentHD.png"/>
          <p:cNvPicPr>
            <a:picLocks noChangeAspect="1"/>
          </p:cNvPicPr>
          <p:nvPr/>
        </p:nvPicPr>
        <p:blipFill>
          <a:blip r:embed="rId2"/>
          <a:srcRect/>
          <a:stretch>
            <a:fillRect/>
          </a:stretch>
        </p:blipFill>
        <p:spPr bwMode="auto">
          <a:xfrm>
            <a:off x="0" y="0"/>
            <a:ext cx="12188825" cy="6856413"/>
          </a:xfrm>
          <a:prstGeom prst="rect">
            <a:avLst/>
          </a:prstGeom>
          <a:noFill/>
          <a:ln w="9525">
            <a:noFill/>
            <a:miter lim="800000"/>
            <a:headEnd/>
            <a:tailEnd/>
          </a:ln>
        </p:spPr>
      </p:pic>
      <p:sp>
        <p:nvSpPr>
          <p:cNvPr id="2" name="Title 1"/>
          <p:cNvSpPr>
            <a:spLocks noGrp="1"/>
          </p:cNvSpPr>
          <p:nvPr>
            <p:ph type="title"/>
          </p:nvPr>
        </p:nvSpPr>
        <p:spPr/>
        <p:txBody>
          <a:bodyPr/>
          <a:lstStyle/>
          <a:p>
            <a:r>
              <a:rPr lang="ru-RU" smtClean="0"/>
              <a:t>Образец заголовка</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6" name="Date Placeholder 4"/>
          <p:cNvSpPr>
            <a:spLocks noGrp="1"/>
          </p:cNvSpPr>
          <p:nvPr>
            <p:ph type="dt" sz="half" idx="10"/>
          </p:nvPr>
        </p:nvSpPr>
        <p:spPr/>
        <p:txBody>
          <a:bodyPr/>
          <a:lstStyle>
            <a:lvl1pPr>
              <a:defRPr/>
            </a:lvl1pPr>
          </a:lstStyle>
          <a:p>
            <a:pPr>
              <a:defRPr/>
            </a:pPr>
            <a:fld id="{0B840C11-0EC1-4E30-AA05-ED52DB07961C}" type="datetimeFigureOut">
              <a:rPr lang="en-US"/>
              <a:pPr>
                <a:defRPr/>
              </a:pPr>
              <a:t>5/28/2014</a:t>
            </a:fld>
            <a:endParaRPr lang="en-US"/>
          </a:p>
        </p:txBody>
      </p:sp>
      <p:sp>
        <p:nvSpPr>
          <p:cNvPr id="7" name="Footer Placeholder 5"/>
          <p:cNvSpPr>
            <a:spLocks noGrp="1"/>
          </p:cNvSpPr>
          <p:nvPr>
            <p:ph type="ftr" sz="quarter" idx="11"/>
          </p:nvPr>
        </p:nvSpPr>
        <p:spPr/>
        <p:txBody>
          <a:bodyPr/>
          <a:lstStyle>
            <a:lvl1pPr>
              <a:defRPr/>
            </a:lvl1pPr>
          </a:lstStyle>
          <a:p>
            <a:pPr>
              <a:defRPr/>
            </a:pPr>
            <a:endParaRPr lang="en-US"/>
          </a:p>
        </p:txBody>
      </p:sp>
      <p:sp>
        <p:nvSpPr>
          <p:cNvPr id="8" name="Slide Number Placeholder 6"/>
          <p:cNvSpPr>
            <a:spLocks noGrp="1"/>
          </p:cNvSpPr>
          <p:nvPr>
            <p:ph type="sldNum" sz="quarter" idx="12"/>
          </p:nvPr>
        </p:nvSpPr>
        <p:spPr/>
        <p:txBody>
          <a:bodyPr/>
          <a:lstStyle>
            <a:lvl1pPr>
              <a:defRPr/>
            </a:lvl1pPr>
          </a:lstStyle>
          <a:p>
            <a:pPr>
              <a:defRPr/>
            </a:pPr>
            <a:fld id="{A1257450-1B6A-4BCC-A168-8F1EF796E20B}" type="slidenum">
              <a:rPr lang="en-US"/>
              <a:pPr>
                <a:defRPr/>
              </a:pPr>
              <a:t>‹#›</a:t>
            </a:fld>
            <a:endParaRPr lang="en-US"/>
          </a:p>
        </p:txBody>
      </p:sp>
    </p:spTree>
  </p:cSld>
  <p:clrMapOvr>
    <a:masterClrMapping/>
  </p:clrMapOvr>
  <p:transition spd="slow">
    <p:cove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ru-RU" smtClean="0"/>
              <a:t>Образец заголовка</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7" name="Date Placeholder 3"/>
          <p:cNvSpPr>
            <a:spLocks noGrp="1"/>
          </p:cNvSpPr>
          <p:nvPr>
            <p:ph type="dt" sz="half" idx="10"/>
          </p:nvPr>
        </p:nvSpPr>
        <p:spPr/>
        <p:txBody>
          <a:bodyPr/>
          <a:lstStyle>
            <a:lvl1pPr>
              <a:defRPr/>
            </a:lvl1pPr>
          </a:lstStyle>
          <a:p>
            <a:pPr>
              <a:defRPr/>
            </a:pPr>
            <a:fld id="{41CA067A-5F53-4FA0-811C-128DA6D637E9}" type="datetimeFigureOut">
              <a:rPr lang="en-US"/>
              <a:pPr>
                <a:defRPr/>
              </a:pPr>
              <a:t>5/28/2014</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FC44CC2B-7085-4AFF-AFA4-EC41ED1F72B7}" type="slidenum">
              <a:rPr lang="en-US"/>
              <a:pPr>
                <a:defRPr/>
              </a:pPr>
              <a:t>‹#›</a:t>
            </a:fld>
            <a:endParaRPr lang="en-US"/>
          </a:p>
        </p:txBody>
      </p:sp>
    </p:spTree>
  </p:cSld>
  <p:clrMapOvr>
    <a:masterClrMapping/>
  </p:clrMapOvr>
  <p:transition spd="slow">
    <p:cove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pic>
        <p:nvPicPr>
          <p:cNvPr id="3" name="Picture 5" descr="Celestia-R1---OverlayContentHD.png"/>
          <p:cNvPicPr>
            <a:picLocks noChangeAspect="1"/>
          </p:cNvPicPr>
          <p:nvPr/>
        </p:nvPicPr>
        <p:blipFill>
          <a:blip r:embed="rId2"/>
          <a:srcRect/>
          <a:stretch>
            <a:fillRect/>
          </a:stretch>
        </p:blipFill>
        <p:spPr bwMode="auto">
          <a:xfrm>
            <a:off x="0" y="0"/>
            <a:ext cx="12188825" cy="6856413"/>
          </a:xfrm>
          <a:prstGeom prst="rect">
            <a:avLst/>
          </a:prstGeom>
          <a:noFill/>
          <a:ln w="9525">
            <a:noFill/>
            <a:miter lim="800000"/>
            <a:headEnd/>
            <a:tailEnd/>
          </a:ln>
        </p:spPr>
      </p:pic>
      <p:sp>
        <p:nvSpPr>
          <p:cNvPr id="2" name="Title 1"/>
          <p:cNvSpPr>
            <a:spLocks noGrp="1"/>
          </p:cNvSpPr>
          <p:nvPr>
            <p:ph type="title"/>
          </p:nvPr>
        </p:nvSpPr>
        <p:spPr/>
        <p:txBody>
          <a:bodyPr/>
          <a:lstStyle/>
          <a:p>
            <a:r>
              <a:rPr lang="ru-RU" smtClean="0"/>
              <a:t>Образец заголовка</a:t>
            </a:r>
            <a:endParaRPr lang="en-US" dirty="0"/>
          </a:p>
        </p:txBody>
      </p:sp>
      <p:sp>
        <p:nvSpPr>
          <p:cNvPr id="4" name="Date Placeholder 2"/>
          <p:cNvSpPr>
            <a:spLocks noGrp="1"/>
          </p:cNvSpPr>
          <p:nvPr>
            <p:ph type="dt" sz="half" idx="10"/>
          </p:nvPr>
        </p:nvSpPr>
        <p:spPr/>
        <p:txBody>
          <a:bodyPr/>
          <a:lstStyle>
            <a:lvl1pPr>
              <a:defRPr/>
            </a:lvl1pPr>
          </a:lstStyle>
          <a:p>
            <a:pPr>
              <a:defRPr/>
            </a:pPr>
            <a:fld id="{5FE03ABE-B591-4225-961C-317538267F9C}" type="datetimeFigureOut">
              <a:rPr lang="en-US"/>
              <a:pPr>
                <a:defRPr/>
              </a:pPr>
              <a:t>5/28/2014</a:t>
            </a:fld>
            <a:endParaRPr lang="en-US"/>
          </a:p>
        </p:txBody>
      </p:sp>
      <p:sp>
        <p:nvSpPr>
          <p:cNvPr id="5" name="Footer Placeholder 3"/>
          <p:cNvSpPr>
            <a:spLocks noGrp="1"/>
          </p:cNvSpPr>
          <p:nvPr>
            <p:ph type="ftr" sz="quarter" idx="11"/>
          </p:nvPr>
        </p:nvSpPr>
        <p:spPr/>
        <p:txBody>
          <a:bodyPr/>
          <a:lstStyle>
            <a:lvl1pPr>
              <a:defRPr/>
            </a:lvl1pPr>
          </a:lstStyle>
          <a:p>
            <a:pPr>
              <a:defRPr/>
            </a:pPr>
            <a:endParaRPr lang="en-US"/>
          </a:p>
        </p:txBody>
      </p:sp>
      <p:sp>
        <p:nvSpPr>
          <p:cNvPr id="6" name="Slide Number Placeholder 4"/>
          <p:cNvSpPr>
            <a:spLocks noGrp="1"/>
          </p:cNvSpPr>
          <p:nvPr>
            <p:ph type="sldNum" sz="quarter" idx="12"/>
          </p:nvPr>
        </p:nvSpPr>
        <p:spPr/>
        <p:txBody>
          <a:bodyPr/>
          <a:lstStyle>
            <a:lvl1pPr>
              <a:defRPr/>
            </a:lvl1pPr>
          </a:lstStyle>
          <a:p>
            <a:pPr>
              <a:defRPr/>
            </a:pPr>
            <a:fld id="{7872917F-EAB8-4E7B-85D7-723E045267D2}" type="slidenum">
              <a:rPr lang="en-US"/>
              <a:pPr>
                <a:defRPr/>
              </a:pPr>
              <a:t>‹#›</a:t>
            </a:fld>
            <a:endParaRPr lang="en-US"/>
          </a:p>
        </p:txBody>
      </p:sp>
    </p:spTree>
  </p:cSld>
  <p:clrMapOvr>
    <a:masterClrMapping/>
  </p:clrMapOvr>
  <p:transition spd="slow">
    <p:cove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pic>
        <p:nvPicPr>
          <p:cNvPr id="2" name="Picture 4" descr="Celestia-R1---OverlayContentHD.png"/>
          <p:cNvPicPr>
            <a:picLocks noChangeAspect="1"/>
          </p:cNvPicPr>
          <p:nvPr/>
        </p:nvPicPr>
        <p:blipFill>
          <a:blip r:embed="rId2"/>
          <a:srcRect/>
          <a:stretch>
            <a:fillRect/>
          </a:stretch>
        </p:blipFill>
        <p:spPr bwMode="auto">
          <a:xfrm>
            <a:off x="0" y="0"/>
            <a:ext cx="12188825" cy="6856413"/>
          </a:xfrm>
          <a:prstGeom prst="rect">
            <a:avLst/>
          </a:prstGeom>
          <a:noFill/>
          <a:ln w="9525">
            <a:noFill/>
            <a:miter lim="800000"/>
            <a:headEnd/>
            <a:tailEnd/>
          </a:ln>
        </p:spPr>
      </p:pic>
      <p:sp>
        <p:nvSpPr>
          <p:cNvPr id="3" name="Date Placeholder 1"/>
          <p:cNvSpPr>
            <a:spLocks noGrp="1"/>
          </p:cNvSpPr>
          <p:nvPr>
            <p:ph type="dt" sz="half" idx="10"/>
          </p:nvPr>
        </p:nvSpPr>
        <p:spPr/>
        <p:txBody>
          <a:bodyPr/>
          <a:lstStyle>
            <a:lvl1pPr>
              <a:defRPr/>
            </a:lvl1pPr>
          </a:lstStyle>
          <a:p>
            <a:pPr>
              <a:defRPr/>
            </a:pPr>
            <a:fld id="{FC6EC225-A8F2-4BAF-9A7D-6BF42D5F030B}" type="datetimeFigureOut">
              <a:rPr lang="en-US"/>
              <a:pPr>
                <a:defRPr/>
              </a:pPr>
              <a:t>5/28/2014</a:t>
            </a:fld>
            <a:endParaRPr lang="en-US"/>
          </a:p>
        </p:txBody>
      </p:sp>
      <p:sp>
        <p:nvSpPr>
          <p:cNvPr id="4" name="Footer Placeholder 2"/>
          <p:cNvSpPr>
            <a:spLocks noGrp="1"/>
          </p:cNvSpPr>
          <p:nvPr>
            <p:ph type="ftr" sz="quarter" idx="11"/>
          </p:nvPr>
        </p:nvSpPr>
        <p:spPr/>
        <p:txBody>
          <a:bodyPr/>
          <a:lstStyle>
            <a:lvl1pPr>
              <a:defRPr/>
            </a:lvl1pPr>
          </a:lstStyle>
          <a:p>
            <a:pPr>
              <a:defRPr/>
            </a:pPr>
            <a:endParaRPr lang="en-US"/>
          </a:p>
        </p:txBody>
      </p:sp>
      <p:sp>
        <p:nvSpPr>
          <p:cNvPr id="5" name="Slide Number Placeholder 3"/>
          <p:cNvSpPr>
            <a:spLocks noGrp="1"/>
          </p:cNvSpPr>
          <p:nvPr>
            <p:ph type="sldNum" sz="quarter" idx="12"/>
          </p:nvPr>
        </p:nvSpPr>
        <p:spPr/>
        <p:txBody>
          <a:bodyPr/>
          <a:lstStyle>
            <a:lvl1pPr>
              <a:defRPr/>
            </a:lvl1pPr>
          </a:lstStyle>
          <a:p>
            <a:pPr>
              <a:defRPr/>
            </a:pPr>
            <a:fld id="{3A3748B0-CED2-47F5-A350-1BBA94783F09}" type="slidenum">
              <a:rPr lang="en-US"/>
              <a:pPr>
                <a:defRPr/>
              </a:pPr>
              <a:t>‹#›</a:t>
            </a:fld>
            <a:endParaRPr lang="en-US"/>
          </a:p>
        </p:txBody>
      </p:sp>
    </p:spTree>
  </p:cSld>
  <p:clrMapOvr>
    <a:masterClrMapping/>
  </p:clrMapOvr>
  <p:transition spd="slow">
    <p:cove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pic>
        <p:nvPicPr>
          <p:cNvPr id="5" name="Picture 7" descr="Celestia-R1---OverlayContentHD.png"/>
          <p:cNvPicPr>
            <a:picLocks noChangeAspect="1"/>
          </p:cNvPicPr>
          <p:nvPr/>
        </p:nvPicPr>
        <p:blipFill>
          <a:blip r:embed="rId2"/>
          <a:srcRect/>
          <a:stretch>
            <a:fillRect/>
          </a:stretch>
        </p:blipFill>
        <p:spPr bwMode="auto">
          <a:xfrm>
            <a:off x="0" y="0"/>
            <a:ext cx="12188825" cy="6856413"/>
          </a:xfrm>
          <a:prstGeom prst="rect">
            <a:avLst/>
          </a:prstGeom>
          <a:noFill/>
          <a:ln w="9525">
            <a:noFill/>
            <a:miter lim="800000"/>
            <a:headEnd/>
            <a:tailEnd/>
          </a:ln>
        </p:spPr>
      </p:pic>
      <p:sp>
        <p:nvSpPr>
          <p:cNvPr id="2" name="Title 1"/>
          <p:cNvSpPr>
            <a:spLocks noGrp="1"/>
          </p:cNvSpPr>
          <p:nvPr>
            <p:ph type="title"/>
          </p:nvPr>
        </p:nvSpPr>
        <p:spPr>
          <a:xfrm>
            <a:off x="685800" y="2074333"/>
            <a:ext cx="3680885" cy="1371600"/>
          </a:xfrm>
        </p:spPr>
        <p:txBody>
          <a:bodyPr anchor="b"/>
          <a:lstStyle>
            <a:lvl1pPr algn="l">
              <a:defRPr sz="2400" b="0"/>
            </a:lvl1pPr>
          </a:lstStyle>
          <a:p>
            <a:r>
              <a:rPr lang="ru-RU" smtClean="0"/>
              <a:t>Образец заголовка</a:t>
            </a:r>
            <a:endParaRPr lang="en-US" dirty="0"/>
          </a:p>
        </p:txBody>
      </p:sp>
      <p:sp>
        <p:nvSpPr>
          <p:cNvPr id="3" name="Content Placeholder 2"/>
          <p:cNvSpPr>
            <a:spLocks noGrp="1"/>
          </p:cNvSpPr>
          <p:nvPr>
            <p:ph idx="1"/>
          </p:nvPr>
        </p:nvSpPr>
        <p:spPr>
          <a:xfrm>
            <a:off x="4648201" y="609601"/>
            <a:ext cx="6169026" cy="5181600"/>
          </a:xfrm>
        </p:spPr>
        <p:txBody>
          <a:bodyPr>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6" name="Date Placeholder 4"/>
          <p:cNvSpPr>
            <a:spLocks noGrp="1"/>
          </p:cNvSpPr>
          <p:nvPr>
            <p:ph type="dt" sz="half" idx="10"/>
          </p:nvPr>
        </p:nvSpPr>
        <p:spPr/>
        <p:txBody>
          <a:bodyPr/>
          <a:lstStyle>
            <a:lvl1pPr>
              <a:defRPr/>
            </a:lvl1pPr>
          </a:lstStyle>
          <a:p>
            <a:pPr>
              <a:defRPr/>
            </a:pPr>
            <a:fld id="{5742B36A-AA4C-43F1-9E25-9404C8ED755A}" type="datetimeFigureOut">
              <a:rPr lang="en-US"/>
              <a:pPr>
                <a:defRPr/>
              </a:pPr>
              <a:t>5/28/2014</a:t>
            </a:fld>
            <a:endParaRPr lang="en-US"/>
          </a:p>
        </p:txBody>
      </p:sp>
      <p:sp>
        <p:nvSpPr>
          <p:cNvPr id="7" name="Footer Placeholder 5"/>
          <p:cNvSpPr>
            <a:spLocks noGrp="1"/>
          </p:cNvSpPr>
          <p:nvPr>
            <p:ph type="ftr" sz="quarter" idx="11"/>
          </p:nvPr>
        </p:nvSpPr>
        <p:spPr/>
        <p:txBody>
          <a:bodyPr/>
          <a:lstStyle>
            <a:lvl1pPr>
              <a:defRPr/>
            </a:lvl1pPr>
          </a:lstStyle>
          <a:p>
            <a:pPr>
              <a:defRPr/>
            </a:pPr>
            <a:endParaRPr lang="en-US"/>
          </a:p>
        </p:txBody>
      </p:sp>
      <p:sp>
        <p:nvSpPr>
          <p:cNvPr id="8" name="Slide Number Placeholder 6"/>
          <p:cNvSpPr>
            <a:spLocks noGrp="1"/>
          </p:cNvSpPr>
          <p:nvPr>
            <p:ph type="sldNum" sz="quarter" idx="12"/>
          </p:nvPr>
        </p:nvSpPr>
        <p:spPr/>
        <p:txBody>
          <a:bodyPr/>
          <a:lstStyle>
            <a:lvl1pPr>
              <a:defRPr/>
            </a:lvl1pPr>
          </a:lstStyle>
          <a:p>
            <a:pPr>
              <a:defRPr/>
            </a:pPr>
            <a:fld id="{DA601343-A220-491A-AA8E-47DEEBF03D69}" type="slidenum">
              <a:rPr lang="en-US"/>
              <a:pPr>
                <a:defRPr/>
              </a:pPr>
              <a:t>‹#›</a:t>
            </a:fld>
            <a:endParaRPr lang="en-US"/>
          </a:p>
        </p:txBody>
      </p:sp>
    </p:spTree>
  </p:cSld>
  <p:clrMapOvr>
    <a:masterClrMapping/>
  </p:clrMapOvr>
  <p:transition spd="slow">
    <p:cove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pic>
        <p:nvPicPr>
          <p:cNvPr id="5" name="Picture 7" descr="Celestia-R1---OverlayContentHD.png"/>
          <p:cNvPicPr>
            <a:picLocks noChangeAspect="1"/>
          </p:cNvPicPr>
          <p:nvPr/>
        </p:nvPicPr>
        <p:blipFill>
          <a:blip r:embed="rId2"/>
          <a:srcRect/>
          <a:stretch>
            <a:fillRect/>
          </a:stretch>
        </p:blipFill>
        <p:spPr bwMode="auto">
          <a:xfrm>
            <a:off x="0" y="0"/>
            <a:ext cx="12188825" cy="6856413"/>
          </a:xfrm>
          <a:prstGeom prst="rect">
            <a:avLst/>
          </a:prstGeom>
          <a:noFill/>
          <a:ln w="9525">
            <a:noFill/>
            <a:miter lim="800000"/>
            <a:headEnd/>
            <a:tailEnd/>
          </a:ln>
        </p:spPr>
      </p:pic>
      <p:sp>
        <p:nvSpPr>
          <p:cNvPr id="2" name="Title 1"/>
          <p:cNvSpPr>
            <a:spLocks noGrp="1"/>
          </p:cNvSpPr>
          <p:nvPr>
            <p:ph type="title"/>
          </p:nvPr>
        </p:nvSpPr>
        <p:spPr>
          <a:xfrm>
            <a:off x="685800" y="1600200"/>
            <a:ext cx="6164653" cy="1371600"/>
          </a:xfrm>
        </p:spPr>
        <p:txBody>
          <a:bodyPr anchor="b"/>
          <a:lstStyle>
            <a:lvl1pPr algn="l">
              <a:defRPr sz="2800" b="0"/>
            </a:lvl1pPr>
          </a:lstStyle>
          <a:p>
            <a:r>
              <a:rPr lang="ru-RU" smtClean="0"/>
              <a:t>Образец заголовка</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rtlCol="0"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ru-RU" noProof="0" smtClean="0"/>
              <a:t>Вставка рисунка</a:t>
            </a:r>
            <a:endParaRPr lang="en-US" noProof="0"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6" name="Date Placeholder 4"/>
          <p:cNvSpPr>
            <a:spLocks noGrp="1"/>
          </p:cNvSpPr>
          <p:nvPr>
            <p:ph type="dt" sz="half" idx="10"/>
          </p:nvPr>
        </p:nvSpPr>
        <p:spPr/>
        <p:txBody>
          <a:bodyPr/>
          <a:lstStyle>
            <a:lvl1pPr>
              <a:defRPr/>
            </a:lvl1pPr>
          </a:lstStyle>
          <a:p>
            <a:pPr>
              <a:defRPr/>
            </a:pPr>
            <a:fld id="{82DCD4E4-A8A0-4B0F-B7A5-9E813EDAA8FB}" type="datetimeFigureOut">
              <a:rPr lang="en-US"/>
              <a:pPr>
                <a:defRPr/>
              </a:pPr>
              <a:t>5/28/2014</a:t>
            </a:fld>
            <a:endParaRPr lang="en-US"/>
          </a:p>
        </p:txBody>
      </p:sp>
      <p:sp>
        <p:nvSpPr>
          <p:cNvPr id="7" name="Footer Placeholder 5"/>
          <p:cNvSpPr>
            <a:spLocks noGrp="1"/>
          </p:cNvSpPr>
          <p:nvPr>
            <p:ph type="ftr" sz="quarter" idx="11"/>
          </p:nvPr>
        </p:nvSpPr>
        <p:spPr/>
        <p:txBody>
          <a:bodyPr/>
          <a:lstStyle>
            <a:lvl1pPr>
              <a:defRPr/>
            </a:lvl1pPr>
          </a:lstStyle>
          <a:p>
            <a:pPr>
              <a:defRPr/>
            </a:pPr>
            <a:endParaRPr lang="en-US"/>
          </a:p>
        </p:txBody>
      </p:sp>
      <p:sp>
        <p:nvSpPr>
          <p:cNvPr id="8" name="Slide Number Placeholder 6"/>
          <p:cNvSpPr>
            <a:spLocks noGrp="1"/>
          </p:cNvSpPr>
          <p:nvPr>
            <p:ph type="sldNum" sz="quarter" idx="12"/>
          </p:nvPr>
        </p:nvSpPr>
        <p:spPr/>
        <p:txBody>
          <a:bodyPr/>
          <a:lstStyle>
            <a:lvl1pPr>
              <a:defRPr/>
            </a:lvl1pPr>
          </a:lstStyle>
          <a:p>
            <a:pPr>
              <a:defRPr/>
            </a:pPr>
            <a:fld id="{D4A06118-5FD7-4A4B-BC49-3CC007CD4ACB}" type="slidenum">
              <a:rPr lang="en-US"/>
              <a:pPr>
                <a:defRPr/>
              </a:pPr>
              <a:t>‹#›</a:t>
            </a:fld>
            <a:endParaRPr lang="en-US"/>
          </a:p>
        </p:txBody>
      </p:sp>
    </p:spTree>
  </p:cSld>
  <p:clrMapOvr>
    <a:masterClrMapping/>
  </p:clrMapOvr>
  <p:transition spd="slow">
    <p:cove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Панорамная фотография с подписью">
    <p:spTree>
      <p:nvGrpSpPr>
        <p:cNvPr id="1" name=""/>
        <p:cNvGrpSpPr/>
        <p:nvPr/>
      </p:nvGrpSpPr>
      <p:grpSpPr>
        <a:xfrm>
          <a:off x="0" y="0"/>
          <a:ext cx="0" cy="0"/>
          <a:chOff x="0" y="0"/>
          <a:chExt cx="0" cy="0"/>
        </a:xfrm>
      </p:grpSpPr>
      <p:pic>
        <p:nvPicPr>
          <p:cNvPr id="5" name="Picture 7" descr="Celestia-R1---OverlayContentHD.png"/>
          <p:cNvPicPr>
            <a:picLocks noChangeAspect="1"/>
          </p:cNvPicPr>
          <p:nvPr/>
        </p:nvPicPr>
        <p:blipFill>
          <a:blip r:embed="rId2"/>
          <a:srcRect/>
          <a:stretch>
            <a:fillRect/>
          </a:stretch>
        </p:blipFill>
        <p:spPr bwMode="auto">
          <a:xfrm>
            <a:off x="0" y="0"/>
            <a:ext cx="12188825" cy="6856413"/>
          </a:xfrm>
          <a:prstGeom prst="rect">
            <a:avLst/>
          </a:prstGeom>
          <a:noFill/>
          <a:ln w="9525">
            <a:noFill/>
            <a:miter lim="800000"/>
            <a:headEnd/>
            <a:tailEnd/>
          </a:ln>
        </p:spPr>
      </p:pic>
      <p:sp>
        <p:nvSpPr>
          <p:cNvPr id="2" name="Title 1"/>
          <p:cNvSpPr>
            <a:spLocks noGrp="1"/>
          </p:cNvSpPr>
          <p:nvPr>
            <p:ph type="title"/>
          </p:nvPr>
        </p:nvSpPr>
        <p:spPr>
          <a:xfrm>
            <a:off x="685800" y="4732865"/>
            <a:ext cx="10131427" cy="566738"/>
          </a:xfrm>
        </p:spPr>
        <p:txBody>
          <a:bodyPr anchor="b"/>
          <a:lstStyle>
            <a:lvl1pPr algn="l">
              <a:defRPr sz="2400" b="0"/>
            </a:lvl1pPr>
          </a:lstStyle>
          <a:p>
            <a:r>
              <a:rPr lang="ru-RU" smtClean="0"/>
              <a:t>Образец заголовка</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rtlCol="0"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ru-RU" noProof="0" smtClean="0"/>
              <a:t>Вставка рисунка</a:t>
            </a:r>
            <a:endParaRPr lang="en-US" noProof="0"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6" name="Date Placeholder 4"/>
          <p:cNvSpPr>
            <a:spLocks noGrp="1"/>
          </p:cNvSpPr>
          <p:nvPr>
            <p:ph type="dt" sz="half" idx="10"/>
          </p:nvPr>
        </p:nvSpPr>
        <p:spPr/>
        <p:txBody>
          <a:bodyPr/>
          <a:lstStyle>
            <a:lvl1pPr>
              <a:defRPr/>
            </a:lvl1pPr>
          </a:lstStyle>
          <a:p>
            <a:pPr>
              <a:defRPr/>
            </a:pPr>
            <a:fld id="{AB82AAA6-C49F-44CD-8FED-F0EDACEF4BD8}" type="datetimeFigureOut">
              <a:rPr lang="en-US"/>
              <a:pPr>
                <a:defRPr/>
              </a:pPr>
              <a:t>5/28/2014</a:t>
            </a:fld>
            <a:endParaRPr lang="en-US"/>
          </a:p>
        </p:txBody>
      </p:sp>
      <p:sp>
        <p:nvSpPr>
          <p:cNvPr id="7" name="Footer Placeholder 5"/>
          <p:cNvSpPr>
            <a:spLocks noGrp="1"/>
          </p:cNvSpPr>
          <p:nvPr>
            <p:ph type="ftr" sz="quarter" idx="11"/>
          </p:nvPr>
        </p:nvSpPr>
        <p:spPr/>
        <p:txBody>
          <a:bodyPr/>
          <a:lstStyle>
            <a:lvl1pPr>
              <a:defRPr/>
            </a:lvl1pPr>
          </a:lstStyle>
          <a:p>
            <a:pPr>
              <a:defRPr/>
            </a:pPr>
            <a:endParaRPr lang="en-US"/>
          </a:p>
        </p:txBody>
      </p:sp>
      <p:sp>
        <p:nvSpPr>
          <p:cNvPr id="8" name="Slide Number Placeholder 6"/>
          <p:cNvSpPr>
            <a:spLocks noGrp="1"/>
          </p:cNvSpPr>
          <p:nvPr>
            <p:ph type="sldNum" sz="quarter" idx="12"/>
          </p:nvPr>
        </p:nvSpPr>
        <p:spPr/>
        <p:txBody>
          <a:bodyPr/>
          <a:lstStyle>
            <a:lvl1pPr>
              <a:defRPr/>
            </a:lvl1pPr>
          </a:lstStyle>
          <a:p>
            <a:pPr>
              <a:defRPr/>
            </a:pPr>
            <a:fld id="{1B4DBF4E-C1BD-4530-8F61-85CB725556BF}" type="slidenum">
              <a:rPr lang="en-US"/>
              <a:pPr>
                <a:defRPr/>
              </a:pPr>
              <a:t>‹#›</a:t>
            </a:fld>
            <a:endParaRPr lang="en-US"/>
          </a:p>
        </p:txBody>
      </p:sp>
    </p:spTree>
  </p:cSld>
  <p:clrMapOvr>
    <a:masterClrMapping/>
  </p:clrMapOvr>
  <p:transition spd="slow">
    <p:cove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Заголовок и подпись">
    <p:spTree>
      <p:nvGrpSpPr>
        <p:cNvPr id="1" name=""/>
        <p:cNvGrpSpPr/>
        <p:nvPr/>
      </p:nvGrpSpPr>
      <p:grpSpPr>
        <a:xfrm>
          <a:off x="0" y="0"/>
          <a:ext cx="0" cy="0"/>
          <a:chOff x="0" y="0"/>
          <a:chExt cx="0" cy="0"/>
        </a:xfrm>
      </p:grpSpPr>
      <p:pic>
        <p:nvPicPr>
          <p:cNvPr id="4" name="Picture 6" descr="Celestia-R1---OverlayContentHD.png"/>
          <p:cNvPicPr>
            <a:picLocks noChangeAspect="1"/>
          </p:cNvPicPr>
          <p:nvPr/>
        </p:nvPicPr>
        <p:blipFill>
          <a:blip r:embed="rId2"/>
          <a:srcRect/>
          <a:stretch>
            <a:fillRect/>
          </a:stretch>
        </p:blipFill>
        <p:spPr bwMode="auto">
          <a:xfrm>
            <a:off x="0" y="0"/>
            <a:ext cx="12188825" cy="6856413"/>
          </a:xfrm>
          <a:prstGeom prst="rect">
            <a:avLst/>
          </a:prstGeom>
          <a:noFill/>
          <a:ln w="9525">
            <a:noFill/>
            <a:miter lim="800000"/>
            <a:headEnd/>
            <a:tailEnd/>
          </a:ln>
        </p:spPr>
      </p:pic>
      <p:sp>
        <p:nvSpPr>
          <p:cNvPr id="2" name="Title 1"/>
          <p:cNvSpPr>
            <a:spLocks noGrp="1"/>
          </p:cNvSpPr>
          <p:nvPr>
            <p:ph type="title"/>
          </p:nvPr>
        </p:nvSpPr>
        <p:spPr>
          <a:xfrm>
            <a:off x="685801" y="609601"/>
            <a:ext cx="10131427" cy="3124199"/>
          </a:xfrm>
        </p:spPr>
        <p:txBody>
          <a:bodyPr/>
          <a:lstStyle>
            <a:lvl1pPr algn="l">
              <a:defRPr sz="3200" b="0" cap="none"/>
            </a:lvl1pPr>
          </a:lstStyle>
          <a:p>
            <a:r>
              <a:rPr lang="ru-RU" smtClean="0"/>
              <a:t>Образец заголовка</a:t>
            </a:r>
            <a:endParaRPr lang="en-US" dirty="0"/>
          </a:p>
        </p:txBody>
      </p:sp>
      <p:sp>
        <p:nvSpPr>
          <p:cNvPr id="3" name="Text Placeholder 2"/>
          <p:cNvSpPr>
            <a:spLocks noGrp="1"/>
          </p:cNvSpPr>
          <p:nvPr>
            <p:ph type="body" idx="1"/>
          </p:nvPr>
        </p:nvSpPr>
        <p:spPr>
          <a:xfrm>
            <a:off x="685800" y="4343400"/>
            <a:ext cx="10131428" cy="1447800"/>
          </a:xfrm>
        </p:spPr>
        <p:txBody>
          <a:bodyP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5" name="Date Placeholder 3"/>
          <p:cNvSpPr>
            <a:spLocks noGrp="1"/>
          </p:cNvSpPr>
          <p:nvPr>
            <p:ph type="dt" sz="half" idx="10"/>
          </p:nvPr>
        </p:nvSpPr>
        <p:spPr/>
        <p:txBody>
          <a:bodyPr/>
          <a:lstStyle>
            <a:lvl1pPr>
              <a:defRPr/>
            </a:lvl1pPr>
          </a:lstStyle>
          <a:p>
            <a:pPr>
              <a:defRPr/>
            </a:pPr>
            <a:fld id="{9C82CEE1-60F0-4CEC-BAA7-D28DFCC3FD3D}" type="datetimeFigureOut">
              <a:rPr lang="en-US"/>
              <a:pPr>
                <a:defRPr/>
              </a:pPr>
              <a:t>5/28/2014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58CA7613-F44A-4A82-ACD1-267ECB5ECBFF}" type="slidenum">
              <a:rPr lang="en-US"/>
              <a:pPr>
                <a:defRPr/>
              </a:pPr>
              <a:t>‹#›</a:t>
            </a:fld>
            <a:endParaRPr lang="en-US"/>
          </a:p>
        </p:txBody>
      </p:sp>
    </p:spTree>
  </p:cSld>
  <p:clrMapOvr>
    <a:masterClrMapping/>
  </p:clrMapOvr>
  <p:transition spd="slow">
    <p:cove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Цитата с подписью">
    <p:spTree>
      <p:nvGrpSpPr>
        <p:cNvPr id="1" name=""/>
        <p:cNvGrpSpPr/>
        <p:nvPr/>
      </p:nvGrpSpPr>
      <p:grpSpPr>
        <a:xfrm>
          <a:off x="0" y="0"/>
          <a:ext cx="0" cy="0"/>
          <a:chOff x="0" y="0"/>
          <a:chExt cx="0" cy="0"/>
        </a:xfrm>
      </p:grpSpPr>
      <p:pic>
        <p:nvPicPr>
          <p:cNvPr id="5" name="Picture 10" descr="Celestia-R1---OverlayContentHD.png"/>
          <p:cNvPicPr>
            <a:picLocks noChangeAspect="1"/>
          </p:cNvPicPr>
          <p:nvPr/>
        </p:nvPicPr>
        <p:blipFill>
          <a:blip r:embed="rId2"/>
          <a:srcRect/>
          <a:stretch>
            <a:fillRect/>
          </a:stretch>
        </p:blipFill>
        <p:spPr bwMode="auto">
          <a:xfrm>
            <a:off x="0" y="0"/>
            <a:ext cx="12188825" cy="6856413"/>
          </a:xfrm>
          <a:prstGeom prst="rect">
            <a:avLst/>
          </a:prstGeom>
          <a:noFill/>
          <a:ln w="9525">
            <a:noFill/>
            <a:miter lim="800000"/>
            <a:headEnd/>
            <a:tailEnd/>
          </a:ln>
        </p:spPr>
      </p:pic>
      <p:sp>
        <p:nvSpPr>
          <p:cNvPr id="6" name="TextBox 11"/>
          <p:cNvSpPr txBox="1"/>
          <p:nvPr/>
        </p:nvSpPr>
        <p:spPr>
          <a:xfrm>
            <a:off x="10237788" y="2743200"/>
            <a:ext cx="609600" cy="584200"/>
          </a:xfrm>
          <a:prstGeom prst="rect">
            <a:avLst/>
          </a:prstGeom>
        </p:spPr>
        <p:txBody>
          <a:bodyPr anchor="ct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algn="r" fontAlgn="auto">
              <a:spcAft>
                <a:spcPts val="0"/>
              </a:spcAft>
              <a:defRPr/>
            </a:pPr>
            <a:r>
              <a:rPr lang="en-US" sz="8000" dirty="0">
                <a:effectLst/>
                <a:latin typeface="+mn-lt"/>
                <a:cs typeface="+mn-cs"/>
              </a:rPr>
              <a:t>”</a:t>
            </a:r>
          </a:p>
        </p:txBody>
      </p:sp>
      <p:sp>
        <p:nvSpPr>
          <p:cNvPr id="7" name="TextBox 12"/>
          <p:cNvSpPr txBox="1"/>
          <p:nvPr/>
        </p:nvSpPr>
        <p:spPr>
          <a:xfrm>
            <a:off x="488950" y="823913"/>
            <a:ext cx="609600" cy="584200"/>
          </a:xfrm>
          <a:prstGeom prst="rect">
            <a:avLst/>
          </a:prstGeom>
        </p:spPr>
        <p:txBody>
          <a:bodyPr anchor="ct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algn="r" fontAlgn="auto">
              <a:spcAft>
                <a:spcPts val="0"/>
              </a:spcAft>
              <a:defRPr/>
            </a:pPr>
            <a:r>
              <a:rPr lang="en-US" sz="8000" dirty="0">
                <a:effectLst/>
                <a:latin typeface="+mn-lt"/>
                <a:cs typeface="+mn-cs"/>
              </a:rPr>
              <a:t>“</a:t>
            </a:r>
          </a:p>
        </p:txBody>
      </p:sp>
      <p:sp>
        <p:nvSpPr>
          <p:cNvPr id="16" name="Title 1"/>
          <p:cNvSpPr>
            <a:spLocks noGrp="1"/>
          </p:cNvSpPr>
          <p:nvPr>
            <p:ph type="title"/>
          </p:nvPr>
        </p:nvSpPr>
        <p:spPr>
          <a:xfrm>
            <a:off x="992267" y="609601"/>
            <a:ext cx="9550399" cy="2743199"/>
          </a:xfrm>
        </p:spPr>
        <p:txBody>
          <a:bodyPr/>
          <a:lstStyle>
            <a:lvl1pPr algn="l">
              <a:defRPr sz="3200" b="0" cap="none">
                <a:solidFill>
                  <a:schemeClr val="tx1"/>
                </a:solidFill>
              </a:defRPr>
            </a:lvl1pPr>
          </a:lstStyle>
          <a:p>
            <a:r>
              <a:rPr lang="ru-RU" smtClean="0"/>
              <a:t>Образец заголовка</a:t>
            </a:r>
            <a:endParaRPr lang="en-US" dirty="0"/>
          </a:p>
        </p:txBody>
      </p:sp>
      <p:sp>
        <p:nvSpPr>
          <p:cNvPr id="10" name="Text Placeholder 9"/>
          <p:cNvSpPr>
            <a:spLocks noGrp="1"/>
          </p:cNvSpPr>
          <p:nvPr>
            <p:ph type="body" sz="quarter" idx="13"/>
          </p:nvPr>
        </p:nvSpPr>
        <p:spPr>
          <a:xfrm>
            <a:off x="1097875" y="3352800"/>
            <a:ext cx="9339184" cy="381000"/>
          </a:xfrm>
        </p:spPr>
        <p:txBody>
          <a:bodyP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ru-RU" smtClean="0"/>
              <a:t>Образец текста</a:t>
            </a:r>
          </a:p>
        </p:txBody>
      </p:sp>
      <p:sp>
        <p:nvSpPr>
          <p:cNvPr id="3" name="Text Placeholder 2"/>
          <p:cNvSpPr>
            <a:spLocks noGrp="1"/>
          </p:cNvSpPr>
          <p:nvPr>
            <p:ph type="body" idx="1"/>
          </p:nvPr>
        </p:nvSpPr>
        <p:spPr>
          <a:xfrm>
            <a:off x="687465" y="4343400"/>
            <a:ext cx="10152367" cy="1447800"/>
          </a:xfrm>
        </p:spPr>
        <p:txBody>
          <a:bodyP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8" name="Date Placeholder 3"/>
          <p:cNvSpPr>
            <a:spLocks noGrp="1"/>
          </p:cNvSpPr>
          <p:nvPr>
            <p:ph type="dt" sz="half" idx="14"/>
          </p:nvPr>
        </p:nvSpPr>
        <p:spPr/>
        <p:txBody>
          <a:bodyPr/>
          <a:lstStyle>
            <a:lvl1pPr>
              <a:defRPr/>
            </a:lvl1pPr>
          </a:lstStyle>
          <a:p>
            <a:pPr>
              <a:defRPr/>
            </a:pPr>
            <a:fld id="{E8E16466-08DF-4893-A557-0813EB900BB7}" type="datetimeFigureOut">
              <a:rPr lang="en-US"/>
              <a:pPr>
                <a:defRPr/>
              </a:pPr>
              <a:t>5/28/2014</a:t>
            </a:fld>
            <a:endParaRPr lang="en-US"/>
          </a:p>
        </p:txBody>
      </p:sp>
      <p:sp>
        <p:nvSpPr>
          <p:cNvPr id="9" name="Footer Placeholder 4"/>
          <p:cNvSpPr>
            <a:spLocks noGrp="1"/>
          </p:cNvSpPr>
          <p:nvPr>
            <p:ph type="ftr" sz="quarter" idx="15"/>
          </p:nvPr>
        </p:nvSpPr>
        <p:spPr/>
        <p:txBody>
          <a:bodyPr/>
          <a:lstStyle>
            <a:lvl1pPr>
              <a:defRPr/>
            </a:lvl1pPr>
          </a:lstStyle>
          <a:p>
            <a:pPr>
              <a:defRPr/>
            </a:pPr>
            <a:endParaRPr lang="en-US"/>
          </a:p>
        </p:txBody>
      </p:sp>
      <p:sp>
        <p:nvSpPr>
          <p:cNvPr id="11" name="Slide Number Placeholder 5"/>
          <p:cNvSpPr>
            <a:spLocks noGrp="1"/>
          </p:cNvSpPr>
          <p:nvPr>
            <p:ph type="sldNum" sz="quarter" idx="16"/>
          </p:nvPr>
        </p:nvSpPr>
        <p:spPr/>
        <p:txBody>
          <a:bodyPr/>
          <a:lstStyle>
            <a:lvl1pPr>
              <a:defRPr/>
            </a:lvl1pPr>
          </a:lstStyle>
          <a:p>
            <a:pPr>
              <a:defRPr/>
            </a:pPr>
            <a:fld id="{90F61273-DDF8-4F7B-B6E8-5D91128718E9}" type="slidenum">
              <a:rPr lang="en-US"/>
              <a:pPr>
                <a:defRPr/>
              </a:pPr>
              <a:t>‹#›</a:t>
            </a:fld>
            <a:endParaRPr lang="en-US"/>
          </a:p>
        </p:txBody>
      </p:sp>
    </p:spTree>
  </p:cSld>
  <p:clrMapOvr>
    <a:masterClrMapping/>
  </p:clrMapOvr>
  <p:transition spd="slow">
    <p:cove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Карточка имени">
    <p:spTree>
      <p:nvGrpSpPr>
        <p:cNvPr id="1" name=""/>
        <p:cNvGrpSpPr/>
        <p:nvPr/>
      </p:nvGrpSpPr>
      <p:grpSpPr>
        <a:xfrm>
          <a:off x="0" y="0"/>
          <a:ext cx="0" cy="0"/>
          <a:chOff x="0" y="0"/>
          <a:chExt cx="0" cy="0"/>
        </a:xfrm>
      </p:grpSpPr>
      <p:pic>
        <p:nvPicPr>
          <p:cNvPr id="4" name="Picture 6" descr="Celestia-R1---OverlayContentHD.png"/>
          <p:cNvPicPr>
            <a:picLocks noChangeAspect="1"/>
          </p:cNvPicPr>
          <p:nvPr/>
        </p:nvPicPr>
        <p:blipFill>
          <a:blip r:embed="rId2"/>
          <a:srcRect/>
          <a:stretch>
            <a:fillRect/>
          </a:stretch>
        </p:blipFill>
        <p:spPr bwMode="auto">
          <a:xfrm>
            <a:off x="0" y="0"/>
            <a:ext cx="12188825" cy="6856413"/>
          </a:xfrm>
          <a:prstGeom prst="rect">
            <a:avLst/>
          </a:prstGeom>
          <a:noFill/>
          <a:ln w="9525">
            <a:noFill/>
            <a:miter lim="800000"/>
            <a:headEnd/>
            <a:tailEnd/>
          </a:ln>
        </p:spPr>
      </p:pic>
      <p:sp>
        <p:nvSpPr>
          <p:cNvPr id="2" name="Title 1"/>
          <p:cNvSpPr>
            <a:spLocks noGrp="1"/>
          </p:cNvSpPr>
          <p:nvPr>
            <p:ph type="title"/>
          </p:nvPr>
        </p:nvSpPr>
        <p:spPr>
          <a:xfrm>
            <a:off x="685802" y="3308581"/>
            <a:ext cx="10131425" cy="1468800"/>
          </a:xfrm>
        </p:spPr>
        <p:txBody>
          <a:bodyPr anchor="b"/>
          <a:lstStyle>
            <a:lvl1pPr algn="l">
              <a:defRPr sz="3200" b="0" cap="none"/>
            </a:lvl1pPr>
          </a:lstStyle>
          <a:p>
            <a:r>
              <a:rPr lang="ru-RU" smtClean="0"/>
              <a:t>Образец заголовка</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5" name="Date Placeholder 3"/>
          <p:cNvSpPr>
            <a:spLocks noGrp="1"/>
          </p:cNvSpPr>
          <p:nvPr>
            <p:ph type="dt" sz="half" idx="10"/>
          </p:nvPr>
        </p:nvSpPr>
        <p:spPr/>
        <p:txBody>
          <a:bodyPr/>
          <a:lstStyle>
            <a:lvl1pPr>
              <a:defRPr/>
            </a:lvl1pPr>
          </a:lstStyle>
          <a:p>
            <a:pPr>
              <a:defRPr/>
            </a:pPr>
            <a:fld id="{C45B5C4C-A86B-4777-871C-3E9A338C37B7}" type="datetimeFigureOut">
              <a:rPr lang="en-US"/>
              <a:pPr>
                <a:defRPr/>
              </a:pPr>
              <a:t>5/28/2014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047B4F4C-51C5-4839-9FE6-2A55E6BA7552}" type="slidenum">
              <a:rPr lang="en-US"/>
              <a:pPr>
                <a:defRPr/>
              </a:pPr>
              <a:t>‹#›</a:t>
            </a:fld>
            <a:endParaRPr lang="en-US"/>
          </a:p>
        </p:txBody>
      </p:sp>
    </p:spTree>
  </p:cSld>
  <p:clrMapOvr>
    <a:masterClrMapping/>
  </p:clrMapOvr>
  <p:transition spd="slow">
    <p:cove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Цитата карточки имени">
    <p:spTree>
      <p:nvGrpSpPr>
        <p:cNvPr id="1" name=""/>
        <p:cNvGrpSpPr/>
        <p:nvPr/>
      </p:nvGrpSpPr>
      <p:grpSpPr>
        <a:xfrm>
          <a:off x="0" y="0"/>
          <a:ext cx="0" cy="0"/>
          <a:chOff x="0" y="0"/>
          <a:chExt cx="0" cy="0"/>
        </a:xfrm>
      </p:grpSpPr>
      <p:pic>
        <p:nvPicPr>
          <p:cNvPr id="5" name="Picture 10" descr="Celestia-R1---OverlayContentHD.png"/>
          <p:cNvPicPr>
            <a:picLocks noChangeAspect="1"/>
          </p:cNvPicPr>
          <p:nvPr/>
        </p:nvPicPr>
        <p:blipFill>
          <a:blip r:embed="rId2"/>
          <a:srcRect/>
          <a:stretch>
            <a:fillRect/>
          </a:stretch>
        </p:blipFill>
        <p:spPr bwMode="auto">
          <a:xfrm>
            <a:off x="0" y="0"/>
            <a:ext cx="12188825" cy="6856413"/>
          </a:xfrm>
          <a:prstGeom prst="rect">
            <a:avLst/>
          </a:prstGeom>
          <a:noFill/>
          <a:ln w="9525">
            <a:noFill/>
            <a:miter lim="800000"/>
            <a:headEnd/>
            <a:tailEnd/>
          </a:ln>
        </p:spPr>
      </p:pic>
      <p:sp>
        <p:nvSpPr>
          <p:cNvPr id="6" name="TextBox 12"/>
          <p:cNvSpPr txBox="1"/>
          <p:nvPr/>
        </p:nvSpPr>
        <p:spPr>
          <a:xfrm>
            <a:off x="10237788" y="2743200"/>
            <a:ext cx="609600" cy="584200"/>
          </a:xfrm>
          <a:prstGeom prst="rect">
            <a:avLst/>
          </a:prstGeom>
        </p:spPr>
        <p:txBody>
          <a:bodyPr anchor="ct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algn="r" fontAlgn="auto">
              <a:spcAft>
                <a:spcPts val="0"/>
              </a:spcAft>
              <a:defRPr/>
            </a:pPr>
            <a:r>
              <a:rPr lang="en-US" sz="8000" dirty="0">
                <a:effectLst/>
                <a:latin typeface="+mn-lt"/>
                <a:cs typeface="+mn-cs"/>
              </a:rPr>
              <a:t>”</a:t>
            </a:r>
          </a:p>
        </p:txBody>
      </p:sp>
      <p:sp>
        <p:nvSpPr>
          <p:cNvPr id="7" name="TextBox 13"/>
          <p:cNvSpPr txBox="1"/>
          <p:nvPr/>
        </p:nvSpPr>
        <p:spPr>
          <a:xfrm>
            <a:off x="488950" y="823913"/>
            <a:ext cx="609600" cy="584200"/>
          </a:xfrm>
          <a:prstGeom prst="rect">
            <a:avLst/>
          </a:prstGeom>
        </p:spPr>
        <p:txBody>
          <a:bodyPr anchor="ct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algn="r" fontAlgn="auto">
              <a:spcAft>
                <a:spcPts val="0"/>
              </a:spcAft>
              <a:defRPr/>
            </a:pPr>
            <a:r>
              <a:rPr lang="en-US" sz="8000" dirty="0">
                <a:effectLst/>
                <a:latin typeface="+mn-lt"/>
                <a:cs typeface="+mn-cs"/>
              </a:rPr>
              <a:t>“</a:t>
            </a:r>
          </a:p>
        </p:txBody>
      </p:sp>
      <p:sp>
        <p:nvSpPr>
          <p:cNvPr id="16" name="Title 1"/>
          <p:cNvSpPr>
            <a:spLocks noGrp="1"/>
          </p:cNvSpPr>
          <p:nvPr>
            <p:ph type="title"/>
          </p:nvPr>
        </p:nvSpPr>
        <p:spPr>
          <a:xfrm>
            <a:off x="992267" y="609601"/>
            <a:ext cx="9550399" cy="2743199"/>
          </a:xfrm>
        </p:spPr>
        <p:txBody>
          <a:bodyPr/>
          <a:lstStyle>
            <a:lvl1pPr algn="l">
              <a:defRPr sz="3200" b="0" cap="none">
                <a:solidFill>
                  <a:schemeClr val="tx1"/>
                </a:solidFill>
              </a:defRPr>
            </a:lvl1pPr>
          </a:lstStyle>
          <a:p>
            <a:r>
              <a:rPr lang="ru-RU" smtClean="0"/>
              <a:t>Образец заголовка</a:t>
            </a:r>
            <a:endParaRPr lang="en-US" dirty="0"/>
          </a:p>
        </p:txBody>
      </p:sp>
      <p:sp>
        <p:nvSpPr>
          <p:cNvPr id="10" name="Text Placeholder 9"/>
          <p:cNvSpPr>
            <a:spLocks noGrp="1"/>
          </p:cNvSpPr>
          <p:nvPr>
            <p:ph type="body" sz="quarter" idx="13"/>
          </p:nvPr>
        </p:nvSpPr>
        <p:spPr>
          <a:xfrm>
            <a:off x="685800" y="3886200"/>
            <a:ext cx="10135436" cy="889000"/>
          </a:xfrm>
        </p:spPr>
        <p:txBody>
          <a:bodyPr rtlCol="0" anchor="b">
            <a:normAutofit/>
          </a:bodyPr>
          <a:lstStyle>
            <a:lvl1pPr>
              <a:buNone/>
              <a:defRPr lang="en-US" sz="2400" b="0" cap="none" dirty="0">
                <a:ln w="3175" cmpd="sng">
                  <a:noFill/>
                </a:ln>
                <a:solidFill>
                  <a:schemeClr val="tx1"/>
                </a:solidFill>
                <a:effectLst/>
              </a:defRPr>
            </a:lvl1pPr>
          </a:lstStyle>
          <a:p>
            <a:pPr lvl="0"/>
            <a:r>
              <a:rPr lang="ru-RU" smtClean="0"/>
              <a:t>Образец текста</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8" name="Date Placeholder 3"/>
          <p:cNvSpPr>
            <a:spLocks noGrp="1"/>
          </p:cNvSpPr>
          <p:nvPr>
            <p:ph type="dt" sz="half" idx="14"/>
          </p:nvPr>
        </p:nvSpPr>
        <p:spPr/>
        <p:txBody>
          <a:bodyPr/>
          <a:lstStyle>
            <a:lvl1pPr>
              <a:defRPr/>
            </a:lvl1pPr>
          </a:lstStyle>
          <a:p>
            <a:pPr>
              <a:defRPr/>
            </a:pPr>
            <a:fld id="{A6E2555E-8BAB-4CC2-9BF7-EE6FA7F6AD9A}" type="datetimeFigureOut">
              <a:rPr lang="en-US"/>
              <a:pPr>
                <a:defRPr/>
              </a:pPr>
              <a:t>5/28/2014</a:t>
            </a:fld>
            <a:endParaRPr lang="en-US"/>
          </a:p>
        </p:txBody>
      </p:sp>
      <p:sp>
        <p:nvSpPr>
          <p:cNvPr id="9" name="Footer Placeholder 4"/>
          <p:cNvSpPr>
            <a:spLocks noGrp="1"/>
          </p:cNvSpPr>
          <p:nvPr>
            <p:ph type="ftr" sz="quarter" idx="15"/>
          </p:nvPr>
        </p:nvSpPr>
        <p:spPr/>
        <p:txBody>
          <a:bodyPr/>
          <a:lstStyle>
            <a:lvl1pPr>
              <a:defRPr/>
            </a:lvl1pPr>
          </a:lstStyle>
          <a:p>
            <a:pPr>
              <a:defRPr/>
            </a:pPr>
            <a:endParaRPr lang="en-US"/>
          </a:p>
        </p:txBody>
      </p:sp>
      <p:sp>
        <p:nvSpPr>
          <p:cNvPr id="11" name="Slide Number Placeholder 5"/>
          <p:cNvSpPr>
            <a:spLocks noGrp="1"/>
          </p:cNvSpPr>
          <p:nvPr>
            <p:ph type="sldNum" sz="quarter" idx="16"/>
          </p:nvPr>
        </p:nvSpPr>
        <p:spPr/>
        <p:txBody>
          <a:bodyPr/>
          <a:lstStyle>
            <a:lvl1pPr>
              <a:defRPr/>
            </a:lvl1pPr>
          </a:lstStyle>
          <a:p>
            <a:pPr>
              <a:defRPr/>
            </a:pPr>
            <a:fld id="{6BB5715F-8900-4F50-A41C-85060F68A7D6}" type="slidenum">
              <a:rPr lang="en-US"/>
              <a:pPr>
                <a:defRPr/>
              </a:pPr>
              <a:t>‹#›</a:t>
            </a:fld>
            <a:endParaRPr lang="en-US"/>
          </a:p>
        </p:txBody>
      </p:sp>
    </p:spTree>
  </p:cSld>
  <p:clrMapOvr>
    <a:masterClrMapping/>
  </p:clrMapOvr>
  <p:transition spd="slow">
    <p:cove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Истина или ложь">
    <p:spTree>
      <p:nvGrpSpPr>
        <p:cNvPr id="1" name=""/>
        <p:cNvGrpSpPr/>
        <p:nvPr/>
      </p:nvGrpSpPr>
      <p:grpSpPr>
        <a:xfrm>
          <a:off x="0" y="0"/>
          <a:ext cx="0" cy="0"/>
          <a:chOff x="0" y="0"/>
          <a:chExt cx="0" cy="0"/>
        </a:xfrm>
      </p:grpSpPr>
      <p:pic>
        <p:nvPicPr>
          <p:cNvPr id="5" name="Picture 7" descr="Celestia-R1---OverlayContentHD.png"/>
          <p:cNvPicPr>
            <a:picLocks noChangeAspect="1"/>
          </p:cNvPicPr>
          <p:nvPr/>
        </p:nvPicPr>
        <p:blipFill>
          <a:blip r:embed="rId2"/>
          <a:srcRect/>
          <a:stretch>
            <a:fillRect/>
          </a:stretch>
        </p:blipFill>
        <p:spPr bwMode="auto">
          <a:xfrm>
            <a:off x="0" y="0"/>
            <a:ext cx="12188825" cy="6856413"/>
          </a:xfrm>
          <a:prstGeom prst="rect">
            <a:avLst/>
          </a:prstGeom>
          <a:noFill/>
          <a:ln w="9525">
            <a:noFill/>
            <a:miter lim="800000"/>
            <a:headEnd/>
            <a:tailEnd/>
          </a:ln>
        </p:spPr>
      </p:pic>
      <p:sp>
        <p:nvSpPr>
          <p:cNvPr id="2" name="Title 1"/>
          <p:cNvSpPr>
            <a:spLocks noGrp="1"/>
          </p:cNvSpPr>
          <p:nvPr>
            <p:ph type="title"/>
          </p:nvPr>
        </p:nvSpPr>
        <p:spPr>
          <a:xfrm>
            <a:off x="685801" y="609601"/>
            <a:ext cx="10131427" cy="2743199"/>
          </a:xfrm>
        </p:spPr>
        <p:txBody>
          <a:bodyPr/>
          <a:lstStyle>
            <a:lvl1pPr>
              <a:defRPr lang="en-US" b="0" dirty="0"/>
            </a:lvl1pPr>
          </a:lstStyle>
          <a:p>
            <a:pPr lvl="0"/>
            <a:r>
              <a:rPr lang="ru-RU" smtClean="0"/>
              <a:t>Образец заголовка</a:t>
            </a:r>
            <a:endParaRPr lang="en-US" dirty="0"/>
          </a:p>
        </p:txBody>
      </p:sp>
      <p:sp>
        <p:nvSpPr>
          <p:cNvPr id="10" name="Text Placeholder 9"/>
          <p:cNvSpPr>
            <a:spLocks noGrp="1"/>
          </p:cNvSpPr>
          <p:nvPr>
            <p:ph type="body" sz="quarter" idx="13"/>
          </p:nvPr>
        </p:nvSpPr>
        <p:spPr>
          <a:xfrm>
            <a:off x="685801" y="3505200"/>
            <a:ext cx="10131428" cy="838200"/>
          </a:xfrm>
        </p:spPr>
        <p:txBody>
          <a:bodyPr rtlCol="0" anchor="b">
            <a:normAutofit/>
          </a:bodyPr>
          <a:lstStyle>
            <a:lvl1pPr>
              <a:buNone/>
              <a:defRPr lang="en-US" sz="2800" b="0" cap="none" dirty="0">
                <a:ln w="3175" cmpd="sng">
                  <a:noFill/>
                </a:ln>
                <a:solidFill>
                  <a:schemeClr val="tx1"/>
                </a:solidFill>
                <a:effectLst/>
              </a:defRPr>
            </a:lvl1pPr>
          </a:lstStyle>
          <a:p>
            <a:pPr lvl="0"/>
            <a:r>
              <a:rPr lang="ru-RU" smtClean="0"/>
              <a:t>Образец текста</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6" name="Date Placeholder 3"/>
          <p:cNvSpPr>
            <a:spLocks noGrp="1"/>
          </p:cNvSpPr>
          <p:nvPr>
            <p:ph type="dt" sz="half" idx="14"/>
          </p:nvPr>
        </p:nvSpPr>
        <p:spPr/>
        <p:txBody>
          <a:bodyPr/>
          <a:lstStyle>
            <a:lvl1pPr>
              <a:defRPr/>
            </a:lvl1pPr>
          </a:lstStyle>
          <a:p>
            <a:pPr>
              <a:defRPr/>
            </a:pPr>
            <a:fld id="{4411ADF3-3BA2-474B-9986-0174AE98E7FF}" type="datetimeFigureOut">
              <a:rPr lang="en-US"/>
              <a:pPr>
                <a:defRPr/>
              </a:pPr>
              <a:t>5/28/2014</a:t>
            </a:fld>
            <a:endParaRPr lang="en-US"/>
          </a:p>
        </p:txBody>
      </p:sp>
      <p:sp>
        <p:nvSpPr>
          <p:cNvPr id="7" name="Footer Placeholder 4"/>
          <p:cNvSpPr>
            <a:spLocks noGrp="1"/>
          </p:cNvSpPr>
          <p:nvPr>
            <p:ph type="ftr" sz="quarter" idx="15"/>
          </p:nvPr>
        </p:nvSpPr>
        <p:spPr/>
        <p:txBody>
          <a:bodyPr/>
          <a:lstStyle>
            <a:lvl1pPr>
              <a:defRPr/>
            </a:lvl1pPr>
          </a:lstStyle>
          <a:p>
            <a:pPr>
              <a:defRPr/>
            </a:pPr>
            <a:endParaRPr lang="en-US"/>
          </a:p>
        </p:txBody>
      </p:sp>
      <p:sp>
        <p:nvSpPr>
          <p:cNvPr id="8" name="Slide Number Placeholder 5"/>
          <p:cNvSpPr>
            <a:spLocks noGrp="1"/>
          </p:cNvSpPr>
          <p:nvPr>
            <p:ph type="sldNum" sz="quarter" idx="16"/>
          </p:nvPr>
        </p:nvSpPr>
        <p:spPr/>
        <p:txBody>
          <a:bodyPr/>
          <a:lstStyle>
            <a:lvl1pPr>
              <a:defRPr/>
            </a:lvl1pPr>
          </a:lstStyle>
          <a:p>
            <a:pPr>
              <a:defRPr/>
            </a:pPr>
            <a:fld id="{601C82E8-4E21-4DEE-A893-DD1DC51AE1FC}" type="slidenum">
              <a:rPr lang="en-US"/>
              <a:pPr>
                <a:defRPr/>
              </a:pPr>
              <a:t>‹#›</a:t>
            </a:fld>
            <a:endParaRPr lang="en-US"/>
          </a:p>
        </p:txBody>
      </p:sp>
    </p:spTree>
  </p:cSld>
  <p:clrMapOvr>
    <a:masterClrMapping/>
  </p:clrMapOvr>
  <p:transition spd="slow">
    <p:cove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pic>
        <p:nvPicPr>
          <p:cNvPr id="4" name="Picture 6" descr="Celestia-R1---OverlayContentHD.png"/>
          <p:cNvPicPr>
            <a:picLocks noChangeAspect="1"/>
          </p:cNvPicPr>
          <p:nvPr/>
        </p:nvPicPr>
        <p:blipFill>
          <a:blip r:embed="rId2"/>
          <a:srcRect/>
          <a:stretch>
            <a:fillRect/>
          </a:stretch>
        </p:blipFill>
        <p:spPr bwMode="auto">
          <a:xfrm>
            <a:off x="0" y="0"/>
            <a:ext cx="12188825" cy="6856413"/>
          </a:xfrm>
          <a:prstGeom prst="rect">
            <a:avLst/>
          </a:prstGeom>
          <a:noFill/>
          <a:ln w="9525">
            <a:noFill/>
            <a:miter lim="800000"/>
            <a:headEnd/>
            <a:tailEnd/>
          </a:ln>
        </p:spPr>
      </p:pic>
      <p:sp>
        <p:nvSpPr>
          <p:cNvPr id="8" name="Title 1"/>
          <p:cNvSpPr>
            <a:spLocks noGrp="1"/>
          </p:cNvSpPr>
          <p:nvPr>
            <p:ph type="title"/>
          </p:nvPr>
        </p:nvSpPr>
        <p:spPr>
          <a:xfrm>
            <a:off x="685801" y="609600"/>
            <a:ext cx="10131425" cy="1456267"/>
          </a:xfrm>
        </p:spPr>
        <p:txBody>
          <a:bodyPr/>
          <a:lstStyle/>
          <a:p>
            <a:r>
              <a:rPr lang="ru-RU" smtClean="0"/>
              <a:t>Образец заголовка</a:t>
            </a:r>
            <a:endParaRPr lang="en-US" dirty="0"/>
          </a:p>
        </p:txBody>
      </p:sp>
      <p:sp>
        <p:nvSpPr>
          <p:cNvPr id="3" name="Vertical Text Placeholder 2"/>
          <p:cNvSpPr>
            <a:spLocks noGrp="1"/>
          </p:cNvSpPr>
          <p:nvPr>
            <p:ph type="body" orient="vert" idx="1"/>
          </p:nvPr>
        </p:nvSpPr>
        <p:spPr/>
        <p:txBody>
          <a:bodyPr vert="eaVert" ancho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Date Placeholder 3"/>
          <p:cNvSpPr>
            <a:spLocks noGrp="1"/>
          </p:cNvSpPr>
          <p:nvPr>
            <p:ph type="dt" sz="half" idx="10"/>
          </p:nvPr>
        </p:nvSpPr>
        <p:spPr/>
        <p:txBody>
          <a:bodyPr/>
          <a:lstStyle>
            <a:lvl1pPr>
              <a:defRPr/>
            </a:lvl1pPr>
          </a:lstStyle>
          <a:p>
            <a:pPr>
              <a:defRPr/>
            </a:pPr>
            <a:fld id="{B05B4C7C-6F8C-4DE6-859B-157124471F34}" type="datetimeFigureOut">
              <a:rPr lang="en-US"/>
              <a:pPr>
                <a:defRPr/>
              </a:pPr>
              <a:t>5/28/2014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24301B16-50C6-42B2-A9FB-81DFF1292127}" type="slidenum">
              <a:rPr lang="en-US"/>
              <a:pPr>
                <a:defRPr/>
              </a:pPr>
              <a:t>‹#›</a:t>
            </a:fld>
            <a:endParaRPr lang="en-US"/>
          </a:p>
        </p:txBody>
      </p:sp>
    </p:spTree>
  </p:cSld>
  <p:clrMapOvr>
    <a:masterClrMapping/>
  </p:clrMapOvr>
  <p:transition spd="slow">
    <p:cove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pic>
        <p:nvPicPr>
          <p:cNvPr id="4" name="Picture 6" descr="Celestia-R1---OverlayContentHD.png"/>
          <p:cNvPicPr>
            <a:picLocks noChangeAspect="1"/>
          </p:cNvPicPr>
          <p:nvPr/>
        </p:nvPicPr>
        <p:blipFill>
          <a:blip r:embed="rId2"/>
          <a:srcRect/>
          <a:stretch>
            <a:fillRect/>
          </a:stretch>
        </p:blipFill>
        <p:spPr bwMode="auto">
          <a:xfrm>
            <a:off x="0" y="0"/>
            <a:ext cx="12188825" cy="6856413"/>
          </a:xfrm>
          <a:prstGeom prst="rect">
            <a:avLst/>
          </a:prstGeom>
          <a:noFill/>
          <a:ln w="9525">
            <a:noFill/>
            <a:miter lim="800000"/>
            <a:headEnd/>
            <a:tailEnd/>
          </a:ln>
        </p:spPr>
      </p:pic>
      <p:sp>
        <p:nvSpPr>
          <p:cNvPr id="2" name="Vertical Title 1"/>
          <p:cNvSpPr>
            <a:spLocks noGrp="1"/>
          </p:cNvSpPr>
          <p:nvPr>
            <p:ph type="title" orient="vert"/>
          </p:nvPr>
        </p:nvSpPr>
        <p:spPr>
          <a:xfrm>
            <a:off x="8658675" y="609599"/>
            <a:ext cx="2158552" cy="5181601"/>
          </a:xfrm>
        </p:spPr>
        <p:txBody>
          <a:bodyPr vert="eaVert"/>
          <a:lstStyle/>
          <a:p>
            <a:r>
              <a:rPr lang="ru-RU" smtClean="0"/>
              <a:t>Образец заголовка</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Date Placeholder 3"/>
          <p:cNvSpPr>
            <a:spLocks noGrp="1"/>
          </p:cNvSpPr>
          <p:nvPr>
            <p:ph type="dt" sz="half" idx="10"/>
          </p:nvPr>
        </p:nvSpPr>
        <p:spPr/>
        <p:txBody>
          <a:bodyPr/>
          <a:lstStyle>
            <a:lvl1pPr>
              <a:defRPr/>
            </a:lvl1pPr>
          </a:lstStyle>
          <a:p>
            <a:pPr>
              <a:defRPr/>
            </a:pPr>
            <a:fld id="{81B8988F-5F8C-4FA6-B8CA-6D1F138B288B}" type="datetimeFigureOut">
              <a:rPr lang="en-US"/>
              <a:pPr>
                <a:defRPr/>
              </a:pPr>
              <a:t>5/28/2014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B5EE6E4A-6C0A-4F2C-A4F4-37B7EF6CF830}" type="slidenum">
              <a:rPr lang="en-US"/>
              <a:pPr>
                <a:defRPr/>
              </a:pPr>
              <a:t>‹#›</a:t>
            </a:fld>
            <a:endParaRPr lang="en-US"/>
          </a:p>
        </p:txBody>
      </p:sp>
    </p:spTree>
  </p:cSld>
  <p:clrMapOvr>
    <a:masterClrMapping/>
  </p:clrMapOvr>
  <p:transition spd="slow">
    <p:cove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0" y="609600"/>
            <a:ext cx="10131425" cy="1455738"/>
          </a:xfrm>
          <a:prstGeom prst="rect">
            <a:avLst/>
          </a:prstGeom>
          <a:effectLst/>
        </p:spPr>
        <p:txBody>
          <a:bodyPr vert="horz" lIns="91440" tIns="45720" rIns="91440" bIns="45720" rtlCol="0" anchor="ctr">
            <a:normAutofit/>
          </a:bodyPr>
          <a:lstStyle/>
          <a:p>
            <a:r>
              <a:rPr lang="ru-RU" smtClean="0"/>
              <a:t>Образец заголовка</a:t>
            </a:r>
            <a:endParaRPr lang="en-US" dirty="0"/>
          </a:p>
        </p:txBody>
      </p:sp>
      <p:sp>
        <p:nvSpPr>
          <p:cNvPr id="1027" name="Text Placeholder 2"/>
          <p:cNvSpPr>
            <a:spLocks noGrp="1"/>
          </p:cNvSpPr>
          <p:nvPr>
            <p:ph type="body" idx="1"/>
          </p:nvPr>
        </p:nvSpPr>
        <p:spPr bwMode="auto">
          <a:xfrm>
            <a:off x="685800" y="2141538"/>
            <a:ext cx="10131425" cy="3649662"/>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smtClean="0"/>
          </a:p>
        </p:txBody>
      </p:sp>
      <p:sp>
        <p:nvSpPr>
          <p:cNvPr id="4" name="Date Placeholder 3"/>
          <p:cNvSpPr>
            <a:spLocks noGrp="1"/>
          </p:cNvSpPr>
          <p:nvPr>
            <p:ph type="dt" sz="half" idx="2"/>
          </p:nvPr>
        </p:nvSpPr>
        <p:spPr>
          <a:xfrm>
            <a:off x="8589963" y="5870575"/>
            <a:ext cx="1600200" cy="377825"/>
          </a:xfrm>
          <a:prstGeom prst="rect">
            <a:avLst/>
          </a:prstGeom>
        </p:spPr>
        <p:txBody>
          <a:bodyPr vert="horz" lIns="91440" tIns="45720" rIns="91440" bIns="45720" rtlCol="0" anchor="ctr"/>
          <a:lstStyle>
            <a:lvl1pPr algn="r" fontAlgn="auto">
              <a:spcBef>
                <a:spcPts val="0"/>
              </a:spcBef>
              <a:spcAft>
                <a:spcPts val="0"/>
              </a:spcAft>
              <a:defRPr sz="1000" b="0" i="0">
                <a:solidFill>
                  <a:schemeClr val="tx1"/>
                </a:solidFill>
                <a:effectLst/>
                <a:latin typeface="+mn-lt"/>
                <a:cs typeface="+mn-cs"/>
              </a:defRPr>
            </a:lvl1pPr>
          </a:lstStyle>
          <a:p>
            <a:pPr>
              <a:defRPr/>
            </a:pPr>
            <a:fld id="{49AAD4E4-77C4-4CAE-9C05-F10730F27A1A}" type="datetimeFigureOut">
              <a:rPr lang="en-US"/>
              <a:pPr>
                <a:defRPr/>
              </a:pPr>
              <a:t>5/28/2014</a:t>
            </a:fld>
            <a:endParaRPr lang="en-US"/>
          </a:p>
        </p:txBody>
      </p:sp>
      <p:sp>
        <p:nvSpPr>
          <p:cNvPr id="5" name="Footer Placeholder 4"/>
          <p:cNvSpPr>
            <a:spLocks noGrp="1"/>
          </p:cNvSpPr>
          <p:nvPr>
            <p:ph type="ftr" sz="quarter" idx="3"/>
          </p:nvPr>
        </p:nvSpPr>
        <p:spPr>
          <a:xfrm>
            <a:off x="685800" y="5870575"/>
            <a:ext cx="7827963" cy="377825"/>
          </a:xfrm>
          <a:prstGeom prst="rect">
            <a:avLst/>
          </a:prstGeom>
        </p:spPr>
        <p:txBody>
          <a:bodyPr vert="horz" lIns="91440" tIns="45720" rIns="91440" bIns="45720" rtlCol="0" anchor="ctr"/>
          <a:lstStyle>
            <a:lvl1pPr algn="l" fontAlgn="auto">
              <a:spcBef>
                <a:spcPts val="0"/>
              </a:spcBef>
              <a:spcAft>
                <a:spcPts val="0"/>
              </a:spcAft>
              <a:defRPr sz="1000" b="0" i="0">
                <a:solidFill>
                  <a:schemeClr val="tx1"/>
                </a:solidFill>
                <a:effectLst/>
                <a:latin typeface="+mn-lt"/>
                <a:cs typeface="+mn-cs"/>
              </a:defRPr>
            </a:lvl1pPr>
          </a:lstStyle>
          <a:p>
            <a:pPr>
              <a:defRPr/>
            </a:pPr>
            <a:endParaRPr lang="en-US"/>
          </a:p>
        </p:txBody>
      </p:sp>
      <p:sp>
        <p:nvSpPr>
          <p:cNvPr id="6" name="Slide Number Placeholder 5"/>
          <p:cNvSpPr>
            <a:spLocks noGrp="1"/>
          </p:cNvSpPr>
          <p:nvPr>
            <p:ph type="sldNum" sz="quarter" idx="4"/>
          </p:nvPr>
        </p:nvSpPr>
        <p:spPr>
          <a:xfrm>
            <a:off x="10266363" y="5870575"/>
            <a:ext cx="550862" cy="377825"/>
          </a:xfrm>
          <a:prstGeom prst="rect">
            <a:avLst/>
          </a:prstGeom>
        </p:spPr>
        <p:txBody>
          <a:bodyPr vert="horz" lIns="91440" tIns="45720" rIns="91440" bIns="45720" rtlCol="0" anchor="ctr"/>
          <a:lstStyle>
            <a:lvl1pPr algn="r" fontAlgn="auto">
              <a:spcBef>
                <a:spcPts val="0"/>
              </a:spcBef>
              <a:spcAft>
                <a:spcPts val="0"/>
              </a:spcAft>
              <a:defRPr sz="1000" b="0" i="0">
                <a:solidFill>
                  <a:schemeClr val="tx1"/>
                </a:solidFill>
                <a:effectLst/>
                <a:latin typeface="+mn-lt"/>
                <a:cs typeface="+mn-cs"/>
              </a:defRPr>
            </a:lvl1pPr>
          </a:lstStyle>
          <a:p>
            <a:pPr>
              <a:defRPr/>
            </a:pPr>
            <a:fld id="{5AFD32F1-8F46-4298-A27F-EC1B881DC9C5}" type="slidenum">
              <a:rPr lang="en-US"/>
              <a:pPr>
                <a:defRPr/>
              </a:pPr>
              <a:t>‹#›</a:t>
            </a:fld>
            <a:endParaRPr lang="en-US"/>
          </a:p>
        </p:txBody>
      </p:sp>
    </p:spTree>
  </p:cSld>
  <p:clrMap bg1="dk1" tx1="lt1" bg2="dk2" tx2="lt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65" r:id="rId5"/>
    <p:sldLayoutId id="2147483670" r:id="rId6"/>
    <p:sldLayoutId id="2147483671" r:id="rId7"/>
    <p:sldLayoutId id="2147483672" r:id="rId8"/>
    <p:sldLayoutId id="2147483673" r:id="rId9"/>
    <p:sldLayoutId id="2147483674" r:id="rId10"/>
    <p:sldLayoutId id="2147483675" r:id="rId11"/>
    <p:sldLayoutId id="2147483676" r:id="rId12"/>
    <p:sldLayoutId id="2147483677" r:id="rId13"/>
    <p:sldLayoutId id="2147483678" r:id="rId14"/>
    <p:sldLayoutId id="2147483679" r:id="rId15"/>
    <p:sldLayoutId id="2147483680" r:id="rId16"/>
    <p:sldLayoutId id="2147483681" r:id="rId17"/>
  </p:sldLayoutIdLst>
  <p:transition spd="slow">
    <p:cover/>
  </p:transition>
  <p:txStyles>
    <p:titleStyle>
      <a:lvl1pPr algn="l" defTabSz="457200" rtl="0" eaLnBrk="0" fontAlgn="base" hangingPunct="0">
        <a:spcBef>
          <a:spcPct val="0"/>
        </a:spcBef>
        <a:spcAft>
          <a:spcPct val="0"/>
        </a:spcAft>
        <a:defRPr sz="3600" kern="1200" cap="all">
          <a:ln w="3175" cmpd="sng">
            <a:noFill/>
          </a:ln>
          <a:solidFill>
            <a:schemeClr val="tx1"/>
          </a:solidFill>
          <a:latin typeface="+mj-lt"/>
          <a:ea typeface="+mj-ea"/>
          <a:cs typeface="+mj-cs"/>
        </a:defRPr>
      </a:lvl1pPr>
      <a:lvl2pPr algn="l" defTabSz="457200" rtl="0" eaLnBrk="0" fontAlgn="base" hangingPunct="0">
        <a:spcBef>
          <a:spcPct val="0"/>
        </a:spcBef>
        <a:spcAft>
          <a:spcPct val="0"/>
        </a:spcAft>
        <a:defRPr sz="3600">
          <a:solidFill>
            <a:schemeClr val="tx1"/>
          </a:solidFill>
          <a:latin typeface="Calibri Light" pitchFamily="34" charset="0"/>
        </a:defRPr>
      </a:lvl2pPr>
      <a:lvl3pPr algn="l" defTabSz="457200" rtl="0" eaLnBrk="0" fontAlgn="base" hangingPunct="0">
        <a:spcBef>
          <a:spcPct val="0"/>
        </a:spcBef>
        <a:spcAft>
          <a:spcPct val="0"/>
        </a:spcAft>
        <a:defRPr sz="3600">
          <a:solidFill>
            <a:schemeClr val="tx1"/>
          </a:solidFill>
          <a:latin typeface="Calibri Light" pitchFamily="34" charset="0"/>
        </a:defRPr>
      </a:lvl3pPr>
      <a:lvl4pPr algn="l" defTabSz="457200" rtl="0" eaLnBrk="0" fontAlgn="base" hangingPunct="0">
        <a:spcBef>
          <a:spcPct val="0"/>
        </a:spcBef>
        <a:spcAft>
          <a:spcPct val="0"/>
        </a:spcAft>
        <a:defRPr sz="3600">
          <a:solidFill>
            <a:schemeClr val="tx1"/>
          </a:solidFill>
          <a:latin typeface="Calibri Light" pitchFamily="34" charset="0"/>
        </a:defRPr>
      </a:lvl4pPr>
      <a:lvl5pPr algn="l" defTabSz="457200" rtl="0" eaLnBrk="0" fontAlgn="base" hangingPunct="0">
        <a:spcBef>
          <a:spcPct val="0"/>
        </a:spcBef>
        <a:spcAft>
          <a:spcPct val="0"/>
        </a:spcAft>
        <a:defRPr sz="3600">
          <a:solidFill>
            <a:schemeClr val="tx1"/>
          </a:solidFill>
          <a:latin typeface="Calibri Light" pitchFamily="34" charset="0"/>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0" fontAlgn="base" hangingPunct="0">
        <a:spcBef>
          <a:spcPct val="0"/>
        </a:spcBef>
        <a:spcAft>
          <a:spcPts val="1000"/>
        </a:spcAft>
        <a:buClr>
          <a:schemeClr val="tx1"/>
        </a:buClr>
        <a:buSzPct val="100000"/>
        <a:buFont typeface="Arial" charset="0"/>
        <a:buChar char="•"/>
        <a:defRPr kern="1200">
          <a:solidFill>
            <a:schemeClr val="tx1"/>
          </a:solidFill>
          <a:latin typeface="+mn-lt"/>
          <a:ea typeface="+mn-ea"/>
          <a:cs typeface="+mn-cs"/>
        </a:defRPr>
      </a:lvl1pPr>
      <a:lvl2pPr marL="742950" indent="-285750" algn="l" defTabSz="457200" rtl="0" eaLnBrk="0" fontAlgn="base" hangingPunct="0">
        <a:spcBef>
          <a:spcPct val="0"/>
        </a:spcBef>
        <a:spcAft>
          <a:spcPts val="1000"/>
        </a:spcAft>
        <a:buClr>
          <a:schemeClr val="tx1"/>
        </a:buClr>
        <a:buSzPct val="100000"/>
        <a:buFont typeface="Arial" charset="0"/>
        <a:buChar char="•"/>
        <a:defRPr sz="1600" kern="1200">
          <a:solidFill>
            <a:schemeClr val="tx1"/>
          </a:solidFill>
          <a:latin typeface="+mn-lt"/>
          <a:ea typeface="+mn-ea"/>
          <a:cs typeface="+mn-cs"/>
        </a:defRPr>
      </a:lvl2pPr>
      <a:lvl3pPr marL="1200150" indent="-285750" algn="l" defTabSz="457200" rtl="0" eaLnBrk="0" fontAlgn="base" hangingPunct="0">
        <a:spcBef>
          <a:spcPct val="0"/>
        </a:spcBef>
        <a:spcAft>
          <a:spcPts val="1000"/>
        </a:spcAft>
        <a:buClr>
          <a:schemeClr val="tx1"/>
        </a:buClr>
        <a:buSzPct val="100000"/>
        <a:buFont typeface="Arial" charset="0"/>
        <a:buChar char="•"/>
        <a:defRPr sz="1400" kern="1200">
          <a:solidFill>
            <a:schemeClr val="tx1"/>
          </a:solidFill>
          <a:latin typeface="+mn-lt"/>
          <a:ea typeface="+mn-ea"/>
          <a:cs typeface="+mn-cs"/>
        </a:defRPr>
      </a:lvl3pPr>
      <a:lvl4pPr marL="1543050" indent="-171450" algn="l" defTabSz="457200" rtl="0" eaLnBrk="0" fontAlgn="base" hangingPunct="0">
        <a:spcBef>
          <a:spcPct val="0"/>
        </a:spcBef>
        <a:spcAft>
          <a:spcPts val="1000"/>
        </a:spcAft>
        <a:buClr>
          <a:schemeClr val="tx1"/>
        </a:buClr>
        <a:buSzPct val="100000"/>
        <a:buFont typeface="Arial" charset="0"/>
        <a:buChar char="•"/>
        <a:defRPr sz="1200" kern="1200">
          <a:solidFill>
            <a:schemeClr val="tx1"/>
          </a:solidFill>
          <a:latin typeface="+mn-lt"/>
          <a:ea typeface="+mn-ea"/>
          <a:cs typeface="+mn-cs"/>
        </a:defRPr>
      </a:lvl4pPr>
      <a:lvl5pPr marL="2000250" indent="-171450" algn="l" defTabSz="457200" rtl="0" eaLnBrk="0" fontAlgn="base" hangingPunct="0">
        <a:spcBef>
          <a:spcPct val="0"/>
        </a:spcBef>
        <a:spcAft>
          <a:spcPts val="1000"/>
        </a:spcAft>
        <a:buClr>
          <a:schemeClr val="tx1"/>
        </a:buClr>
        <a:buSzPct val="100000"/>
        <a:buFont typeface="Arial" charset="0"/>
        <a:buChar char="•"/>
        <a:defRPr sz="1200" kern="1200">
          <a:solidFill>
            <a:schemeClr val="tx1"/>
          </a:solidFill>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10.jpeg"/><Relationship Id="rId3" Type="http://schemas.openxmlformats.org/officeDocument/2006/relationships/image" Target="../media/image5.jpeg"/><Relationship Id="rId7" Type="http://schemas.openxmlformats.org/officeDocument/2006/relationships/image" Target="../media/image9.jpeg"/><Relationship Id="rId2" Type="http://schemas.openxmlformats.org/officeDocument/2006/relationships/image" Target="../media/image4.jpeg"/><Relationship Id="rId1" Type="http://schemas.openxmlformats.org/officeDocument/2006/relationships/slideLayout" Target="../slideLayouts/slideLayout2.xml"/><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6.jpeg"/></Relationships>
</file>

<file path=ppt/slides/_rels/slide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2.xml"/><Relationship Id="rId5" Type="http://schemas.openxmlformats.org/officeDocument/2006/relationships/image" Target="../media/image14.jpeg"/><Relationship Id="rId4" Type="http://schemas.openxmlformats.org/officeDocument/2006/relationships/image" Target="../media/image13.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21.jpeg"/><Relationship Id="rId3" Type="http://schemas.openxmlformats.org/officeDocument/2006/relationships/image" Target="../media/image16.jpeg"/><Relationship Id="rId7" Type="http://schemas.openxmlformats.org/officeDocument/2006/relationships/image" Target="../media/image20.jpeg"/><Relationship Id="rId2" Type="http://schemas.openxmlformats.org/officeDocument/2006/relationships/image" Target="../media/image15.jpeg"/><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jpeg"/><Relationship Id="rId4" Type="http://schemas.openxmlformats.org/officeDocument/2006/relationships/image" Target="../media/image17.jpeg"/></Relationships>
</file>

<file path=ppt/slides/_rels/slide6.xml.rels><?xml version="1.0" encoding="UTF-8" standalone="yes"?>
<Relationships xmlns="http://schemas.openxmlformats.org/package/2006/relationships"><Relationship Id="rId3" Type="http://schemas.openxmlformats.org/officeDocument/2006/relationships/image" Target="../media/image23.gif"/><Relationship Id="rId2" Type="http://schemas.openxmlformats.org/officeDocument/2006/relationships/image" Target="../media/image22.gif"/><Relationship Id="rId1" Type="http://schemas.openxmlformats.org/officeDocument/2006/relationships/slideLayout" Target="../slideLayouts/slideLayout2.xml"/><Relationship Id="rId4" Type="http://schemas.openxmlformats.org/officeDocument/2006/relationships/image" Target="../media/image24.gif"/></Relationships>
</file>

<file path=ppt/slides/_rels/slide7.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27.jpeg"/></Relationships>
</file>

<file path=ppt/slides/_rels/slide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5" Type="http://schemas.openxmlformats.org/officeDocument/2006/relationships/image" Target="../media/image33.jpeg"/><Relationship Id="rId4" Type="http://schemas.openxmlformats.org/officeDocument/2006/relationships/image" Target="../media/image32.jpeg"/></Relationships>
</file>

<file path=ppt/slides/_rels/slide1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46.jpeg"/><Relationship Id="rId7" Type="http://schemas.openxmlformats.org/officeDocument/2006/relationships/image" Target="../media/image50.jpeg"/><Relationship Id="rId2" Type="http://schemas.openxmlformats.org/officeDocument/2006/relationships/image" Target="../media/image45.jpeg"/><Relationship Id="rId1" Type="http://schemas.openxmlformats.org/officeDocument/2006/relationships/slideLayout" Target="../slideLayouts/slideLayout2.xml"/><Relationship Id="rId6" Type="http://schemas.openxmlformats.org/officeDocument/2006/relationships/image" Target="../media/image49.jpeg"/><Relationship Id="rId5" Type="http://schemas.openxmlformats.org/officeDocument/2006/relationships/image" Target="../media/image48.jpeg"/><Relationship Id="rId4" Type="http://schemas.openxmlformats.org/officeDocument/2006/relationships/image" Target="../media/image47.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4184821" y="2524440"/>
            <a:ext cx="7197726" cy="2421464"/>
          </a:xfrm>
        </p:spPr>
        <p:txBody>
          <a:bodyPr/>
          <a:lstStyle/>
          <a:p>
            <a:pPr eaLnBrk="1" fontAlgn="auto" hangingPunct="1">
              <a:spcAft>
                <a:spcPts val="0"/>
              </a:spcAft>
              <a:defRPr/>
            </a:pPr>
            <a:r>
              <a:rPr lang="en-US" b="1" cap="none" dirty="0" smtClean="0">
                <a:ln w="9525">
                  <a:solidFill>
                    <a:schemeClr val="bg1"/>
                  </a:solidFill>
                  <a:prstDash val="solid"/>
                </a:ln>
                <a:effectLst>
                  <a:outerShdw blurRad="12700" dist="38100" dir="2700000" algn="tl" rotWithShape="0">
                    <a:schemeClr val="bg1">
                      <a:lumMod val="50000"/>
                    </a:schemeClr>
                  </a:outerShdw>
                </a:effectLst>
                <a:latin typeface="Chiller" panose="04020404031007020602" pitchFamily="82" charset="0"/>
              </a:rPr>
              <a:t>DANGER OF THE TECHNOLOGY ADDICTION </a:t>
            </a:r>
            <a:endParaRPr lang="ru-RU" b="1" cap="none" dirty="0">
              <a:ln w="9525">
                <a:solidFill>
                  <a:schemeClr val="bg1"/>
                </a:solidFill>
                <a:prstDash val="solid"/>
              </a:ln>
              <a:effectLst>
                <a:outerShdw blurRad="12700" dist="38100" dir="2700000" algn="tl" rotWithShape="0">
                  <a:schemeClr val="bg1">
                    <a:lumMod val="50000"/>
                  </a:schemeClr>
                </a:outerShdw>
              </a:effectLst>
            </a:endParaRPr>
          </a:p>
        </p:txBody>
      </p:sp>
    </p:spTree>
  </p:cSld>
  <p:clrMapOvr>
    <a:masterClrMapping/>
  </p:clrMapOvr>
  <p:transition spd="slow">
    <p:cove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421982" y="467254"/>
            <a:ext cx="10131425" cy="403654"/>
          </a:xfrm>
        </p:spPr>
        <p:txBody>
          <a:bodyPr>
            <a:noAutofit/>
          </a:bodyPr>
          <a:lstStyle/>
          <a:p>
            <a:pPr algn="ctr" eaLnBrk="1" fontAlgn="auto" hangingPunct="1">
              <a:spcAft>
                <a:spcPts val="0"/>
              </a:spcAft>
              <a:defRPr/>
            </a:pPr>
            <a:r>
              <a:rPr lang="en-US" sz="6000" b="1" dirty="0" smtClean="0">
                <a:ln w="76200" cmpd="sng">
                  <a:solidFill>
                    <a:srgbClr val="FF0000"/>
                  </a:solidFill>
                </a:ln>
                <a:solidFill>
                  <a:srgbClr val="FF0000"/>
                </a:solidFill>
              </a:rPr>
              <a:t>Stop it</a:t>
            </a:r>
            <a:endParaRPr lang="ru-RU" sz="6000" b="1" dirty="0">
              <a:ln w="76200" cmpd="sng">
                <a:solidFill>
                  <a:srgbClr val="FF0000"/>
                </a:solidFill>
              </a:ln>
              <a:solidFill>
                <a:srgbClr val="FF0000"/>
              </a:solidFill>
            </a:endParaRPr>
          </a:p>
        </p:txBody>
      </p:sp>
      <p:pic>
        <p:nvPicPr>
          <p:cNvPr id="20482" name="Рисунок 3"/>
          <p:cNvPicPr>
            <a:picLocks noChangeAspect="1"/>
          </p:cNvPicPr>
          <p:nvPr/>
        </p:nvPicPr>
        <p:blipFill>
          <a:blip r:embed="rId2"/>
          <a:srcRect/>
          <a:stretch>
            <a:fillRect/>
          </a:stretch>
        </p:blipFill>
        <p:spPr bwMode="auto">
          <a:xfrm rot="-1056071">
            <a:off x="-434975" y="-127000"/>
            <a:ext cx="3848100" cy="2405063"/>
          </a:xfrm>
          <a:prstGeom prst="rect">
            <a:avLst/>
          </a:prstGeom>
          <a:noFill/>
          <a:ln w="9525">
            <a:noFill/>
            <a:miter lim="800000"/>
            <a:headEnd/>
            <a:tailEnd/>
          </a:ln>
        </p:spPr>
      </p:pic>
      <p:pic>
        <p:nvPicPr>
          <p:cNvPr id="20483" name="Рисунок 4"/>
          <p:cNvPicPr>
            <a:picLocks noChangeAspect="1"/>
          </p:cNvPicPr>
          <p:nvPr/>
        </p:nvPicPr>
        <p:blipFill>
          <a:blip r:embed="rId3"/>
          <a:srcRect/>
          <a:stretch>
            <a:fillRect/>
          </a:stretch>
        </p:blipFill>
        <p:spPr bwMode="auto">
          <a:xfrm rot="279462">
            <a:off x="6245225" y="2132013"/>
            <a:ext cx="3017838" cy="2159000"/>
          </a:xfrm>
          <a:prstGeom prst="rect">
            <a:avLst/>
          </a:prstGeom>
          <a:noFill/>
          <a:ln w="9525">
            <a:noFill/>
            <a:miter lim="800000"/>
            <a:headEnd/>
            <a:tailEnd/>
          </a:ln>
        </p:spPr>
      </p:pic>
      <p:pic>
        <p:nvPicPr>
          <p:cNvPr id="20484" name="Рисунок 5"/>
          <p:cNvPicPr>
            <a:picLocks noChangeAspect="1"/>
          </p:cNvPicPr>
          <p:nvPr/>
        </p:nvPicPr>
        <p:blipFill>
          <a:blip r:embed="rId4"/>
          <a:srcRect r="32077"/>
          <a:stretch>
            <a:fillRect/>
          </a:stretch>
        </p:blipFill>
        <p:spPr bwMode="auto">
          <a:xfrm rot="944584">
            <a:off x="9529763" y="463550"/>
            <a:ext cx="2044700" cy="2062163"/>
          </a:xfrm>
          <a:prstGeom prst="rect">
            <a:avLst/>
          </a:prstGeom>
          <a:noFill/>
          <a:ln w="9525">
            <a:noFill/>
            <a:miter lim="800000"/>
            <a:headEnd/>
            <a:tailEnd/>
          </a:ln>
        </p:spPr>
      </p:pic>
      <p:pic>
        <p:nvPicPr>
          <p:cNvPr id="20485" name="Рисунок 6"/>
          <p:cNvPicPr>
            <a:picLocks noChangeAspect="1"/>
          </p:cNvPicPr>
          <p:nvPr/>
        </p:nvPicPr>
        <p:blipFill>
          <a:blip r:embed="rId5"/>
          <a:srcRect/>
          <a:stretch>
            <a:fillRect/>
          </a:stretch>
        </p:blipFill>
        <p:spPr bwMode="auto">
          <a:xfrm rot="-1129003">
            <a:off x="5067300" y="4191000"/>
            <a:ext cx="4110038" cy="2727325"/>
          </a:xfrm>
          <a:prstGeom prst="rect">
            <a:avLst/>
          </a:prstGeom>
          <a:noFill/>
          <a:ln w="9525">
            <a:noFill/>
            <a:miter lim="800000"/>
            <a:headEnd/>
            <a:tailEnd/>
          </a:ln>
        </p:spPr>
      </p:pic>
      <p:pic>
        <p:nvPicPr>
          <p:cNvPr id="20486" name="Рисунок 7"/>
          <p:cNvPicPr>
            <a:picLocks noChangeAspect="1"/>
          </p:cNvPicPr>
          <p:nvPr/>
        </p:nvPicPr>
        <p:blipFill>
          <a:blip r:embed="rId6"/>
          <a:srcRect l="20354" r="6683" b="5446"/>
          <a:stretch>
            <a:fillRect/>
          </a:stretch>
        </p:blipFill>
        <p:spPr bwMode="auto">
          <a:xfrm rot="1865166">
            <a:off x="141288" y="3830638"/>
            <a:ext cx="3992562" cy="3448050"/>
          </a:xfrm>
          <a:prstGeom prst="rect">
            <a:avLst/>
          </a:prstGeom>
          <a:noFill/>
          <a:ln w="9525">
            <a:noFill/>
            <a:miter lim="800000"/>
            <a:headEnd/>
            <a:tailEnd/>
          </a:ln>
        </p:spPr>
      </p:pic>
      <p:pic>
        <p:nvPicPr>
          <p:cNvPr id="20487" name="Рисунок 8"/>
          <p:cNvPicPr>
            <a:picLocks noChangeAspect="1"/>
          </p:cNvPicPr>
          <p:nvPr/>
        </p:nvPicPr>
        <p:blipFill>
          <a:blip r:embed="rId7"/>
          <a:srcRect/>
          <a:stretch>
            <a:fillRect/>
          </a:stretch>
        </p:blipFill>
        <p:spPr bwMode="auto">
          <a:xfrm rot="289693">
            <a:off x="1930400" y="1522413"/>
            <a:ext cx="4238625" cy="3178175"/>
          </a:xfrm>
          <a:prstGeom prst="rect">
            <a:avLst/>
          </a:prstGeom>
          <a:noFill/>
          <a:ln w="9525">
            <a:noFill/>
            <a:miter lim="800000"/>
            <a:headEnd/>
            <a:tailEnd/>
          </a:ln>
        </p:spPr>
      </p:pic>
      <p:pic>
        <p:nvPicPr>
          <p:cNvPr id="20488" name="Рисунок 9"/>
          <p:cNvPicPr>
            <a:picLocks noChangeAspect="1"/>
          </p:cNvPicPr>
          <p:nvPr/>
        </p:nvPicPr>
        <p:blipFill>
          <a:blip r:embed="rId8"/>
          <a:srcRect/>
          <a:stretch>
            <a:fillRect/>
          </a:stretch>
        </p:blipFill>
        <p:spPr bwMode="auto">
          <a:xfrm rot="767526">
            <a:off x="9324975" y="3171825"/>
            <a:ext cx="3184525" cy="3570288"/>
          </a:xfrm>
          <a:prstGeom prst="rect">
            <a:avLst/>
          </a:prstGeom>
          <a:noFill/>
          <a:ln w="9525">
            <a:noFill/>
            <a:miter lim="800000"/>
            <a:headEnd/>
            <a:tailEnd/>
          </a:ln>
        </p:spPr>
      </p:pic>
      <p:cxnSp>
        <p:nvCxnSpPr>
          <p:cNvPr id="13" name="Прямая соединительная линия 12"/>
          <p:cNvCxnSpPr/>
          <p:nvPr/>
        </p:nvCxnSpPr>
        <p:spPr>
          <a:xfrm>
            <a:off x="0" y="0"/>
            <a:ext cx="12192000" cy="685800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Прямая соединительная линия 13"/>
          <p:cNvCxnSpPr/>
          <p:nvPr/>
        </p:nvCxnSpPr>
        <p:spPr>
          <a:xfrm flipH="1">
            <a:off x="0" y="0"/>
            <a:ext cx="12192000" cy="6778625"/>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sp>
        <p:nvSpPr>
          <p:cNvPr id="20491" name="TextBox 21"/>
          <p:cNvSpPr txBox="1">
            <a:spLocks noChangeArrowheads="1"/>
          </p:cNvSpPr>
          <p:nvPr/>
        </p:nvSpPr>
        <p:spPr bwMode="auto">
          <a:xfrm>
            <a:off x="3359150" y="1046163"/>
            <a:ext cx="7289800" cy="579437"/>
          </a:xfrm>
          <a:prstGeom prst="rect">
            <a:avLst/>
          </a:prstGeom>
          <a:noFill/>
          <a:ln w="9525">
            <a:noFill/>
            <a:miter lim="800000"/>
            <a:headEnd/>
            <a:tailEnd/>
          </a:ln>
        </p:spPr>
        <p:txBody>
          <a:bodyPr>
            <a:spAutoFit/>
          </a:bodyPr>
          <a:lstStyle/>
          <a:p>
            <a:r>
              <a:rPr lang="en-US" sz="3200" b="1">
                <a:solidFill>
                  <a:srgbClr val="FF0000"/>
                </a:solidFill>
                <a:latin typeface="Calibri" pitchFamily="34" charset="0"/>
              </a:rPr>
              <a:t>They deserve a REAL childhood! </a:t>
            </a:r>
            <a:endParaRPr lang="ru-RU" sz="3200" b="1">
              <a:solidFill>
                <a:srgbClr val="FF0000"/>
              </a:solidFill>
              <a:latin typeface="Calibri" pitchFamily="34" charset="0"/>
            </a:endParaRPr>
          </a:p>
        </p:txBody>
      </p:sp>
    </p:spTree>
  </p:cSld>
  <p:clrMapOvr>
    <a:masterClrMapping/>
  </p:clrMapOvr>
  <p:transition spd="slow">
    <p:cove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5" name="Рисунок 4"/>
          <p:cNvPicPr>
            <a:picLocks noChangeAspect="1"/>
          </p:cNvPicPr>
          <p:nvPr/>
        </p:nvPicPr>
        <p:blipFill>
          <a:blip r:embed="rId2"/>
          <a:srcRect/>
          <a:stretch>
            <a:fillRect/>
          </a:stretch>
        </p:blipFill>
        <p:spPr bwMode="auto">
          <a:xfrm rot="1032940">
            <a:off x="376238" y="539750"/>
            <a:ext cx="4124325" cy="3171825"/>
          </a:xfrm>
          <a:prstGeom prst="rect">
            <a:avLst/>
          </a:prstGeom>
          <a:noFill/>
          <a:ln w="9525">
            <a:noFill/>
            <a:miter lim="800000"/>
            <a:headEnd/>
            <a:tailEnd/>
          </a:ln>
        </p:spPr>
      </p:pic>
      <p:pic>
        <p:nvPicPr>
          <p:cNvPr id="21506" name="Рисунок 5"/>
          <p:cNvPicPr>
            <a:picLocks noChangeAspect="1"/>
          </p:cNvPicPr>
          <p:nvPr/>
        </p:nvPicPr>
        <p:blipFill>
          <a:blip r:embed="rId3"/>
          <a:srcRect/>
          <a:stretch>
            <a:fillRect/>
          </a:stretch>
        </p:blipFill>
        <p:spPr bwMode="auto">
          <a:xfrm rot="-309905">
            <a:off x="5029200" y="33338"/>
            <a:ext cx="6010275" cy="3624262"/>
          </a:xfrm>
          <a:prstGeom prst="rect">
            <a:avLst/>
          </a:prstGeom>
          <a:noFill/>
          <a:ln w="9525">
            <a:noFill/>
            <a:miter lim="800000"/>
            <a:headEnd/>
            <a:tailEnd/>
          </a:ln>
        </p:spPr>
      </p:pic>
      <p:pic>
        <p:nvPicPr>
          <p:cNvPr id="21507" name="Рисунок 6"/>
          <p:cNvPicPr>
            <a:picLocks noChangeAspect="1"/>
          </p:cNvPicPr>
          <p:nvPr/>
        </p:nvPicPr>
        <p:blipFill>
          <a:blip r:embed="rId4"/>
          <a:srcRect/>
          <a:stretch>
            <a:fillRect/>
          </a:stretch>
        </p:blipFill>
        <p:spPr bwMode="auto">
          <a:xfrm rot="347685">
            <a:off x="7181850" y="2811463"/>
            <a:ext cx="4244975" cy="3841750"/>
          </a:xfrm>
          <a:prstGeom prst="rect">
            <a:avLst/>
          </a:prstGeom>
          <a:noFill/>
          <a:ln w="9525">
            <a:noFill/>
            <a:miter lim="800000"/>
            <a:headEnd/>
            <a:tailEnd/>
          </a:ln>
        </p:spPr>
      </p:pic>
      <p:pic>
        <p:nvPicPr>
          <p:cNvPr id="21508" name="Рисунок 7"/>
          <p:cNvPicPr>
            <a:picLocks noChangeAspect="1"/>
          </p:cNvPicPr>
          <p:nvPr/>
        </p:nvPicPr>
        <p:blipFill>
          <a:blip r:embed="rId5"/>
          <a:srcRect/>
          <a:stretch>
            <a:fillRect/>
          </a:stretch>
        </p:blipFill>
        <p:spPr bwMode="auto">
          <a:xfrm rot="505114">
            <a:off x="1500188" y="3070225"/>
            <a:ext cx="5257800" cy="3676650"/>
          </a:xfrm>
          <a:prstGeom prst="rect">
            <a:avLst/>
          </a:prstGeom>
          <a:noFill/>
          <a:ln w="9525">
            <a:noFill/>
            <a:miter lim="800000"/>
            <a:headEnd/>
            <a:tailEnd/>
          </a:ln>
        </p:spPr>
      </p:pic>
      <p:sp>
        <p:nvSpPr>
          <p:cNvPr id="21509" name="TextBox 8"/>
          <p:cNvSpPr txBox="1">
            <a:spLocks noChangeArrowheads="1"/>
          </p:cNvSpPr>
          <p:nvPr/>
        </p:nvSpPr>
        <p:spPr bwMode="auto">
          <a:xfrm rot="-746624">
            <a:off x="446088" y="346075"/>
            <a:ext cx="3205162" cy="830263"/>
          </a:xfrm>
          <a:prstGeom prst="rect">
            <a:avLst/>
          </a:prstGeom>
          <a:noFill/>
          <a:ln w="9525">
            <a:noFill/>
            <a:miter lim="800000"/>
            <a:headEnd/>
            <a:tailEnd/>
          </a:ln>
        </p:spPr>
        <p:txBody>
          <a:bodyPr>
            <a:spAutoFit/>
          </a:bodyPr>
          <a:lstStyle/>
          <a:p>
            <a:r>
              <a:rPr lang="en-US" sz="2400" b="1">
                <a:solidFill>
                  <a:srgbClr val="FF0000"/>
                </a:solidFill>
                <a:latin typeface="Calibri" pitchFamily="34" charset="0"/>
              </a:rPr>
              <a:t>Internet addiction 'damages brain'</a:t>
            </a:r>
            <a:endParaRPr lang="ru-RU" sz="2400">
              <a:solidFill>
                <a:srgbClr val="FF0000"/>
              </a:solidFill>
              <a:latin typeface="Calibri" pitchFamily="34" charset="0"/>
            </a:endParaRPr>
          </a:p>
        </p:txBody>
      </p:sp>
      <p:sp>
        <p:nvSpPr>
          <p:cNvPr id="21510" name="TextBox 9"/>
          <p:cNvSpPr txBox="1">
            <a:spLocks noChangeArrowheads="1"/>
          </p:cNvSpPr>
          <p:nvPr/>
        </p:nvSpPr>
        <p:spPr bwMode="auto">
          <a:xfrm rot="-867982">
            <a:off x="2559050" y="3829050"/>
            <a:ext cx="2879725" cy="1754188"/>
          </a:xfrm>
          <a:prstGeom prst="rect">
            <a:avLst/>
          </a:prstGeom>
          <a:noFill/>
          <a:ln w="9525">
            <a:noFill/>
            <a:miter lim="800000"/>
            <a:headEnd/>
            <a:tailEnd/>
          </a:ln>
        </p:spPr>
        <p:txBody>
          <a:bodyPr>
            <a:spAutoFit/>
          </a:bodyPr>
          <a:lstStyle/>
          <a:p>
            <a:r>
              <a:rPr lang="en-US" sz="3600">
                <a:solidFill>
                  <a:srgbClr val="FF0000"/>
                </a:solidFill>
                <a:latin typeface="Calibri" pitchFamily="34" charset="0"/>
              </a:rPr>
              <a:t>Is Internet Addiction Real?</a:t>
            </a:r>
            <a:endParaRPr lang="ru-RU" sz="3600">
              <a:solidFill>
                <a:srgbClr val="FF0000"/>
              </a:solidFill>
              <a:latin typeface="Calibri" pitchFamily="34" charset="0"/>
            </a:endParaRPr>
          </a:p>
        </p:txBody>
      </p:sp>
      <p:sp>
        <p:nvSpPr>
          <p:cNvPr id="21511" name="TextBox 10"/>
          <p:cNvSpPr txBox="1">
            <a:spLocks noChangeArrowheads="1"/>
          </p:cNvSpPr>
          <p:nvPr/>
        </p:nvSpPr>
        <p:spPr bwMode="auto">
          <a:xfrm>
            <a:off x="4987925" y="2012950"/>
            <a:ext cx="5956300" cy="1066800"/>
          </a:xfrm>
          <a:prstGeom prst="rect">
            <a:avLst/>
          </a:prstGeom>
          <a:noFill/>
          <a:ln w="9525">
            <a:noFill/>
            <a:miter lim="800000"/>
            <a:headEnd/>
            <a:tailEnd/>
          </a:ln>
        </p:spPr>
        <p:txBody>
          <a:bodyPr>
            <a:spAutoFit/>
          </a:bodyPr>
          <a:lstStyle/>
          <a:p>
            <a:r>
              <a:rPr lang="en-US" sz="3200" b="1">
                <a:solidFill>
                  <a:srgbClr val="FF0000"/>
                </a:solidFill>
                <a:latin typeface="Calibri" pitchFamily="34" charset="0"/>
              </a:rPr>
              <a:t>“The majority is mildly addicted to technology”</a:t>
            </a:r>
            <a:endParaRPr lang="ru-RU" sz="3200" b="1">
              <a:solidFill>
                <a:srgbClr val="FF0000"/>
              </a:solidFill>
              <a:latin typeface="Calibri" pitchFamily="34" charset="0"/>
            </a:endParaRPr>
          </a:p>
        </p:txBody>
      </p:sp>
    </p:spTree>
  </p:cSld>
  <p:clrMapOvr>
    <a:masterClrMapping/>
  </p:clrMapOvr>
  <p:transition spd="slow">
    <p:cove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TextBox 3"/>
          <p:cNvSpPr txBox="1">
            <a:spLocks noChangeArrowheads="1"/>
          </p:cNvSpPr>
          <p:nvPr/>
        </p:nvSpPr>
        <p:spPr bwMode="auto">
          <a:xfrm>
            <a:off x="1420813" y="147638"/>
            <a:ext cx="11812587" cy="647700"/>
          </a:xfrm>
          <a:prstGeom prst="rect">
            <a:avLst/>
          </a:prstGeom>
          <a:noFill/>
          <a:ln w="9525">
            <a:noFill/>
            <a:miter lim="800000"/>
            <a:headEnd/>
            <a:tailEnd/>
          </a:ln>
        </p:spPr>
        <p:txBody>
          <a:bodyPr>
            <a:spAutoFit/>
          </a:bodyPr>
          <a:lstStyle/>
          <a:p>
            <a:pPr algn="ctr"/>
            <a:r>
              <a:rPr lang="en-US" sz="3600" b="1">
                <a:solidFill>
                  <a:srgbClr val="FF0000"/>
                </a:solidFill>
                <a:latin typeface="Calibri" pitchFamily="34" charset="0"/>
              </a:rPr>
              <a:t>Death caused by computer game </a:t>
            </a:r>
            <a:endParaRPr lang="ru-RU" sz="3600" b="1">
              <a:solidFill>
                <a:srgbClr val="FF0000"/>
              </a:solidFill>
              <a:latin typeface="Calibri" pitchFamily="34" charset="0"/>
            </a:endParaRPr>
          </a:p>
        </p:txBody>
      </p:sp>
      <p:sp>
        <p:nvSpPr>
          <p:cNvPr id="6" name="TextBox 5"/>
          <p:cNvSpPr txBox="1"/>
          <p:nvPr/>
        </p:nvSpPr>
        <p:spPr>
          <a:xfrm>
            <a:off x="465138" y="1303338"/>
            <a:ext cx="3484562" cy="4486275"/>
          </a:xfrm>
          <a:prstGeom prst="rect">
            <a:avLst/>
          </a:prstGeom>
          <a:noFill/>
        </p:spPr>
        <p:txBody>
          <a:bodyPr>
            <a:spAutoFit/>
          </a:bodyPr>
          <a:lstStyle/>
          <a:p>
            <a:r>
              <a:rPr lang="ro-RO"/>
              <a:t>Everybody probably remembers the massacre that took place in 1999 in theColumbine High School, Colorado when two pupils murdered twelve of their friends and teachers before committing suicide. Investigation proved that the two of them were big Doom fans and that they used to play this game every day. You cannot claim that the game directly induced this (as many other kids had been playing it without killing their friends and teachers), but it certainly had some influence. </a:t>
            </a:r>
            <a:endParaRPr lang="ru-RU"/>
          </a:p>
        </p:txBody>
      </p:sp>
      <p:sp>
        <p:nvSpPr>
          <p:cNvPr id="7" name="TextBox 6"/>
          <p:cNvSpPr txBox="1"/>
          <p:nvPr/>
        </p:nvSpPr>
        <p:spPr>
          <a:xfrm>
            <a:off x="4114800" y="939800"/>
            <a:ext cx="3867150" cy="4968875"/>
          </a:xfrm>
          <a:prstGeom prst="rect">
            <a:avLst/>
          </a:prstGeom>
          <a:noFill/>
        </p:spPr>
        <p:txBody>
          <a:bodyPr>
            <a:spAutoFit/>
          </a:bodyPr>
          <a:lstStyle/>
          <a:p>
            <a:pPr fontAlgn="auto">
              <a:spcBef>
                <a:spcPts val="0"/>
              </a:spcBef>
              <a:spcAft>
                <a:spcPts val="0"/>
              </a:spcAft>
              <a:defRPr/>
            </a:pPr>
            <a:r>
              <a:rPr lang="en-US" sz="2000" dirty="0">
                <a:solidFill>
                  <a:schemeClr val="accent4">
                    <a:lumMod val="50000"/>
                  </a:schemeClr>
                </a:solidFill>
                <a:latin typeface="+mn-lt"/>
                <a:cs typeface="+mn-cs"/>
              </a:rPr>
              <a:t>13-Year-Old Murders Woman for Subscription Money</a:t>
            </a:r>
          </a:p>
          <a:p>
            <a:pPr fontAlgn="auto">
              <a:spcBef>
                <a:spcPts val="0"/>
              </a:spcBef>
              <a:spcAft>
                <a:spcPts val="0"/>
              </a:spcAft>
              <a:defRPr/>
            </a:pPr>
            <a:endParaRPr lang="en-US" sz="2000" dirty="0">
              <a:latin typeface="+mn-lt"/>
              <a:cs typeface="+mn-cs"/>
            </a:endParaRPr>
          </a:p>
          <a:p>
            <a:pPr fontAlgn="auto">
              <a:spcBef>
                <a:spcPts val="0"/>
              </a:spcBef>
              <a:spcAft>
                <a:spcPts val="0"/>
              </a:spcAft>
              <a:defRPr/>
            </a:pPr>
            <a:r>
              <a:rPr lang="en-US" sz="2000" dirty="0">
                <a:latin typeface="+mn-lt"/>
                <a:cs typeface="+mn-cs"/>
              </a:rPr>
              <a:t>In 2007, A 13-year-old boy named </a:t>
            </a:r>
            <a:r>
              <a:rPr lang="en-US" sz="2000" dirty="0" err="1">
                <a:latin typeface="+mn-lt"/>
                <a:cs typeface="+mn-cs"/>
              </a:rPr>
              <a:t>Dinh</a:t>
            </a:r>
            <a:r>
              <a:rPr lang="en-US" sz="2000" dirty="0">
                <a:latin typeface="+mn-lt"/>
                <a:cs typeface="+mn-cs"/>
              </a:rPr>
              <a:t> The Dan killed an 81-year-old woman and stole her money in order to fund an online gaming addiction.  Vietnamese police report that Dan strangled the woman with a piece of rope, then buried her in a pile of sand in front of his house.  Owing to his age, he was not sent to prison, but to a reeducation camp from which he will be released after good behavior.</a:t>
            </a:r>
            <a:endParaRPr lang="ru-RU" sz="2000" dirty="0">
              <a:latin typeface="+mn-lt"/>
              <a:cs typeface="+mn-cs"/>
            </a:endParaRPr>
          </a:p>
        </p:txBody>
      </p:sp>
      <p:sp>
        <p:nvSpPr>
          <p:cNvPr id="8" name="TextBox 7"/>
          <p:cNvSpPr txBox="1"/>
          <p:nvPr/>
        </p:nvSpPr>
        <p:spPr>
          <a:xfrm>
            <a:off x="8180388" y="939800"/>
            <a:ext cx="3670300" cy="5324475"/>
          </a:xfrm>
          <a:prstGeom prst="rect">
            <a:avLst/>
          </a:prstGeom>
          <a:noFill/>
        </p:spPr>
        <p:txBody>
          <a:bodyPr>
            <a:spAutoFit/>
          </a:bodyPr>
          <a:lstStyle/>
          <a:p>
            <a:pPr fontAlgn="auto">
              <a:spcBef>
                <a:spcPts val="0"/>
              </a:spcBef>
              <a:spcAft>
                <a:spcPts val="0"/>
              </a:spcAft>
              <a:defRPr/>
            </a:pPr>
            <a:r>
              <a:rPr lang="en-US" sz="2000" dirty="0">
                <a:solidFill>
                  <a:schemeClr val="accent4">
                    <a:lumMod val="50000"/>
                  </a:schemeClr>
                </a:solidFill>
                <a:latin typeface="+mn-lt"/>
                <a:cs typeface="+mn-cs"/>
              </a:rPr>
              <a:t>Vengeance Killing for Virtual Sword</a:t>
            </a:r>
          </a:p>
          <a:p>
            <a:pPr fontAlgn="auto">
              <a:spcBef>
                <a:spcPts val="0"/>
              </a:spcBef>
              <a:spcAft>
                <a:spcPts val="0"/>
              </a:spcAft>
              <a:defRPr/>
            </a:pPr>
            <a:endParaRPr lang="en-US" sz="2000" dirty="0">
              <a:latin typeface="+mn-lt"/>
              <a:cs typeface="+mn-cs"/>
            </a:endParaRPr>
          </a:p>
          <a:p>
            <a:pPr fontAlgn="auto">
              <a:spcBef>
                <a:spcPts val="0"/>
              </a:spcBef>
              <a:spcAft>
                <a:spcPts val="0"/>
              </a:spcAft>
              <a:defRPr/>
            </a:pPr>
            <a:r>
              <a:rPr lang="en-US" sz="2000" dirty="0" err="1">
                <a:latin typeface="+mn-lt"/>
                <a:cs typeface="+mn-cs"/>
              </a:rPr>
              <a:t>Qiu</a:t>
            </a:r>
            <a:r>
              <a:rPr lang="en-US" sz="2000" dirty="0">
                <a:latin typeface="+mn-lt"/>
                <a:cs typeface="+mn-cs"/>
              </a:rPr>
              <a:t> </a:t>
            </a:r>
            <a:r>
              <a:rPr lang="en-US" sz="2000" dirty="0" err="1">
                <a:latin typeface="+mn-lt"/>
                <a:cs typeface="+mn-cs"/>
              </a:rPr>
              <a:t>Chegwei</a:t>
            </a:r>
            <a:r>
              <a:rPr lang="en-US" sz="2000" dirty="0">
                <a:latin typeface="+mn-lt"/>
                <a:cs typeface="+mn-cs"/>
              </a:rPr>
              <a:t> lent his Dragon Sabre for the online game Legend of Mir 3 to his friend Mr. Zhu </a:t>
            </a:r>
            <a:r>
              <a:rPr lang="en-US" sz="2000" dirty="0" err="1">
                <a:latin typeface="+mn-lt"/>
                <a:cs typeface="+mn-cs"/>
              </a:rPr>
              <a:t>Caoyuan</a:t>
            </a:r>
            <a:r>
              <a:rPr lang="en-US" sz="2000" dirty="0">
                <a:latin typeface="+mn-lt"/>
                <a:cs typeface="+mn-cs"/>
              </a:rPr>
              <a:t>.  Mr. Zhu being a resourceful a-hole, sold that thing for about $675.  Mr. </a:t>
            </a:r>
            <a:r>
              <a:rPr lang="en-US" sz="2000" dirty="0" err="1">
                <a:latin typeface="+mn-lt"/>
                <a:cs typeface="+mn-cs"/>
              </a:rPr>
              <a:t>Chegwei</a:t>
            </a:r>
            <a:r>
              <a:rPr lang="en-US" sz="2000" dirty="0">
                <a:latin typeface="+mn-lt"/>
                <a:cs typeface="+mn-cs"/>
              </a:rPr>
              <a:t>, though, being a bigger a-hole and less resourceful, stabbed the hell out of his friend with a very real knife, killing him. Mr. </a:t>
            </a:r>
            <a:r>
              <a:rPr lang="en-US" sz="2000" dirty="0" err="1">
                <a:latin typeface="+mn-lt"/>
                <a:cs typeface="+mn-cs"/>
              </a:rPr>
              <a:t>Chegwei</a:t>
            </a:r>
            <a:r>
              <a:rPr lang="en-US" sz="2000" dirty="0">
                <a:latin typeface="+mn-lt"/>
                <a:cs typeface="+mn-cs"/>
              </a:rPr>
              <a:t> is currently serving a life sentence, which could be suspended to 15 years for good behavior.</a:t>
            </a:r>
            <a:endParaRPr lang="ru-RU" sz="2000" dirty="0">
              <a:latin typeface="+mn-lt"/>
              <a:cs typeface="+mn-cs"/>
            </a:endParaRPr>
          </a:p>
        </p:txBody>
      </p:sp>
    </p:spTree>
  </p:cSld>
  <p:clrMapOvr>
    <a:masterClrMapping/>
  </p:clrMapOvr>
  <p:transition spd="slow">
    <p:cove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3" name="Рисунок 10"/>
          <p:cNvPicPr>
            <a:picLocks noChangeAspect="1"/>
          </p:cNvPicPr>
          <p:nvPr/>
        </p:nvPicPr>
        <p:blipFill>
          <a:blip r:embed="rId2"/>
          <a:srcRect/>
          <a:stretch>
            <a:fillRect/>
          </a:stretch>
        </p:blipFill>
        <p:spPr bwMode="auto">
          <a:xfrm rot="1960941">
            <a:off x="8410575" y="4084638"/>
            <a:ext cx="2955925" cy="2820987"/>
          </a:xfrm>
          <a:prstGeom prst="rect">
            <a:avLst/>
          </a:prstGeom>
          <a:noFill/>
          <a:ln w="9525">
            <a:noFill/>
            <a:miter lim="800000"/>
            <a:headEnd/>
            <a:tailEnd/>
          </a:ln>
        </p:spPr>
      </p:pic>
      <p:sp>
        <p:nvSpPr>
          <p:cNvPr id="23554" name="TextBox 3"/>
          <p:cNvSpPr txBox="1">
            <a:spLocks noChangeArrowheads="1"/>
          </p:cNvSpPr>
          <p:nvPr/>
        </p:nvSpPr>
        <p:spPr bwMode="auto">
          <a:xfrm rot="-937608">
            <a:off x="-165100" y="555625"/>
            <a:ext cx="4243388" cy="831850"/>
          </a:xfrm>
          <a:prstGeom prst="rect">
            <a:avLst/>
          </a:prstGeom>
          <a:noFill/>
          <a:ln w="9525">
            <a:noFill/>
            <a:miter lim="800000"/>
            <a:headEnd/>
            <a:tailEnd/>
          </a:ln>
        </p:spPr>
        <p:txBody>
          <a:bodyPr>
            <a:spAutoFit/>
          </a:bodyPr>
          <a:lstStyle/>
          <a:p>
            <a:r>
              <a:rPr lang="en-US" sz="4800">
                <a:solidFill>
                  <a:srgbClr val="FFFF00"/>
                </a:solidFill>
                <a:latin typeface="Calibri" pitchFamily="34" charset="0"/>
              </a:rPr>
              <a:t>A long time ago </a:t>
            </a:r>
            <a:endParaRPr lang="ru-RU" sz="4800">
              <a:solidFill>
                <a:srgbClr val="FFFF00"/>
              </a:solidFill>
              <a:latin typeface="Calibri" pitchFamily="34" charset="0"/>
            </a:endParaRPr>
          </a:p>
        </p:txBody>
      </p:sp>
      <p:pic>
        <p:nvPicPr>
          <p:cNvPr id="23555" name="Рисунок 4"/>
          <p:cNvPicPr>
            <a:picLocks noChangeAspect="1"/>
          </p:cNvPicPr>
          <p:nvPr/>
        </p:nvPicPr>
        <p:blipFill>
          <a:blip r:embed="rId3"/>
          <a:srcRect/>
          <a:stretch>
            <a:fillRect/>
          </a:stretch>
        </p:blipFill>
        <p:spPr bwMode="auto">
          <a:xfrm rot="-604102">
            <a:off x="738188" y="1182688"/>
            <a:ext cx="4876800" cy="2743200"/>
          </a:xfrm>
          <a:prstGeom prst="rect">
            <a:avLst/>
          </a:prstGeom>
          <a:noFill/>
          <a:ln w="9525">
            <a:noFill/>
            <a:miter lim="800000"/>
            <a:headEnd/>
            <a:tailEnd/>
          </a:ln>
        </p:spPr>
      </p:pic>
      <p:pic>
        <p:nvPicPr>
          <p:cNvPr id="23556" name="Рисунок 5"/>
          <p:cNvPicPr>
            <a:picLocks noChangeAspect="1"/>
          </p:cNvPicPr>
          <p:nvPr/>
        </p:nvPicPr>
        <p:blipFill>
          <a:blip r:embed="rId4"/>
          <a:srcRect b="6020"/>
          <a:stretch>
            <a:fillRect/>
          </a:stretch>
        </p:blipFill>
        <p:spPr bwMode="auto">
          <a:xfrm rot="428552">
            <a:off x="193675" y="3076575"/>
            <a:ext cx="4379913" cy="3398838"/>
          </a:xfrm>
          <a:prstGeom prst="rect">
            <a:avLst/>
          </a:prstGeom>
          <a:noFill/>
          <a:ln w="9525">
            <a:noFill/>
            <a:miter lim="800000"/>
            <a:headEnd/>
            <a:tailEnd/>
          </a:ln>
        </p:spPr>
      </p:pic>
      <p:pic>
        <p:nvPicPr>
          <p:cNvPr id="23557" name="Рисунок 6"/>
          <p:cNvPicPr>
            <a:picLocks noChangeAspect="1"/>
          </p:cNvPicPr>
          <p:nvPr/>
        </p:nvPicPr>
        <p:blipFill>
          <a:blip r:embed="rId5"/>
          <a:srcRect/>
          <a:stretch>
            <a:fillRect/>
          </a:stretch>
        </p:blipFill>
        <p:spPr bwMode="auto">
          <a:xfrm rot="409822">
            <a:off x="4960938" y="490538"/>
            <a:ext cx="3349625" cy="2814637"/>
          </a:xfrm>
          <a:prstGeom prst="rect">
            <a:avLst/>
          </a:prstGeom>
          <a:noFill/>
          <a:ln w="9525">
            <a:noFill/>
            <a:miter lim="800000"/>
            <a:headEnd/>
            <a:tailEnd/>
          </a:ln>
        </p:spPr>
      </p:pic>
      <p:pic>
        <p:nvPicPr>
          <p:cNvPr id="23558" name="Рисунок 7"/>
          <p:cNvPicPr>
            <a:picLocks noChangeAspect="1"/>
          </p:cNvPicPr>
          <p:nvPr/>
        </p:nvPicPr>
        <p:blipFill>
          <a:blip r:embed="rId6"/>
          <a:srcRect/>
          <a:stretch>
            <a:fillRect/>
          </a:stretch>
        </p:blipFill>
        <p:spPr bwMode="auto">
          <a:xfrm rot="-274503">
            <a:off x="4637088" y="3090863"/>
            <a:ext cx="2846387" cy="2620962"/>
          </a:xfrm>
          <a:prstGeom prst="rect">
            <a:avLst/>
          </a:prstGeom>
          <a:noFill/>
          <a:ln w="9525">
            <a:noFill/>
            <a:miter lim="800000"/>
            <a:headEnd/>
            <a:tailEnd/>
          </a:ln>
        </p:spPr>
      </p:pic>
      <p:pic>
        <p:nvPicPr>
          <p:cNvPr id="23559" name="Рисунок 9"/>
          <p:cNvPicPr>
            <a:picLocks noChangeAspect="1"/>
          </p:cNvPicPr>
          <p:nvPr/>
        </p:nvPicPr>
        <p:blipFill>
          <a:blip r:embed="rId7"/>
          <a:srcRect/>
          <a:stretch>
            <a:fillRect/>
          </a:stretch>
        </p:blipFill>
        <p:spPr bwMode="auto">
          <a:xfrm rot="542235">
            <a:off x="7178675" y="1647825"/>
            <a:ext cx="4794250" cy="3163888"/>
          </a:xfrm>
          <a:prstGeom prst="rect">
            <a:avLst/>
          </a:prstGeom>
          <a:noFill/>
          <a:ln w="9525">
            <a:noFill/>
            <a:miter lim="800000"/>
            <a:headEnd/>
            <a:tailEnd/>
          </a:ln>
        </p:spPr>
      </p:pic>
      <p:pic>
        <p:nvPicPr>
          <p:cNvPr id="23560" name="Рисунок 8"/>
          <p:cNvPicPr>
            <a:picLocks noChangeAspect="1"/>
          </p:cNvPicPr>
          <p:nvPr/>
        </p:nvPicPr>
        <p:blipFill>
          <a:blip r:embed="rId8"/>
          <a:srcRect/>
          <a:stretch>
            <a:fillRect/>
          </a:stretch>
        </p:blipFill>
        <p:spPr bwMode="auto">
          <a:xfrm rot="-879095">
            <a:off x="7864475" y="42863"/>
            <a:ext cx="4606925" cy="2681287"/>
          </a:xfrm>
          <a:prstGeom prst="rect">
            <a:avLst/>
          </a:prstGeom>
          <a:noFill/>
          <a:ln w="9525">
            <a:noFill/>
            <a:miter lim="800000"/>
            <a:headEnd/>
            <a:tailEnd/>
          </a:ln>
        </p:spPr>
      </p:pic>
      <p:sp>
        <p:nvSpPr>
          <p:cNvPr id="12" name="TextBox 11"/>
          <p:cNvSpPr txBox="1"/>
          <p:nvPr/>
        </p:nvSpPr>
        <p:spPr>
          <a:xfrm rot="1253330">
            <a:off x="649288" y="2693988"/>
            <a:ext cx="3762375" cy="1323975"/>
          </a:xfrm>
          <a:prstGeom prst="rect">
            <a:avLst/>
          </a:prstGeom>
          <a:noFill/>
        </p:spPr>
        <p:txBody>
          <a:bodyPr>
            <a:spAutoFit/>
          </a:bodyPr>
          <a:lstStyle/>
          <a:p>
            <a:pPr fontAlgn="auto">
              <a:spcBef>
                <a:spcPts val="0"/>
              </a:spcBef>
              <a:spcAft>
                <a:spcPts val="0"/>
              </a:spcAft>
              <a:defRPr/>
            </a:pPr>
            <a:r>
              <a:rPr lang="en-US" sz="8000" dirty="0">
                <a:solidFill>
                  <a:schemeClr val="accent2">
                    <a:lumMod val="75000"/>
                  </a:schemeClr>
                </a:solidFill>
                <a:latin typeface="+mn-lt"/>
                <a:cs typeface="+mn-cs"/>
              </a:rPr>
              <a:t>1950s</a:t>
            </a:r>
            <a:endParaRPr lang="ru-RU" sz="8000" dirty="0">
              <a:solidFill>
                <a:schemeClr val="accent2">
                  <a:lumMod val="75000"/>
                </a:schemeClr>
              </a:solidFill>
              <a:latin typeface="+mn-lt"/>
              <a:cs typeface="+mn-cs"/>
            </a:endParaRPr>
          </a:p>
        </p:txBody>
      </p:sp>
      <p:sp>
        <p:nvSpPr>
          <p:cNvPr id="13" name="TextBox 12"/>
          <p:cNvSpPr txBox="1"/>
          <p:nvPr/>
        </p:nvSpPr>
        <p:spPr>
          <a:xfrm rot="1161011">
            <a:off x="4778375" y="2676525"/>
            <a:ext cx="2524125" cy="1108075"/>
          </a:xfrm>
          <a:prstGeom prst="rect">
            <a:avLst/>
          </a:prstGeom>
          <a:noFill/>
        </p:spPr>
        <p:txBody>
          <a:bodyPr>
            <a:spAutoFit/>
          </a:bodyPr>
          <a:lstStyle/>
          <a:p>
            <a:pPr fontAlgn="auto">
              <a:spcBef>
                <a:spcPts val="0"/>
              </a:spcBef>
              <a:spcAft>
                <a:spcPts val="0"/>
              </a:spcAft>
              <a:defRPr/>
            </a:pPr>
            <a:r>
              <a:rPr lang="en-US" sz="6600" dirty="0">
                <a:solidFill>
                  <a:schemeClr val="accent2">
                    <a:lumMod val="75000"/>
                  </a:schemeClr>
                </a:solidFill>
                <a:latin typeface="+mn-lt"/>
                <a:cs typeface="+mn-cs"/>
              </a:rPr>
              <a:t>1980s</a:t>
            </a:r>
            <a:endParaRPr lang="ru-RU" sz="6600" dirty="0">
              <a:solidFill>
                <a:schemeClr val="accent2">
                  <a:lumMod val="75000"/>
                </a:schemeClr>
              </a:solidFill>
              <a:latin typeface="+mn-lt"/>
              <a:cs typeface="+mn-cs"/>
            </a:endParaRPr>
          </a:p>
        </p:txBody>
      </p:sp>
      <p:sp>
        <p:nvSpPr>
          <p:cNvPr id="14" name="TextBox 13"/>
          <p:cNvSpPr txBox="1"/>
          <p:nvPr/>
        </p:nvSpPr>
        <p:spPr>
          <a:xfrm rot="1813683">
            <a:off x="8329613" y="2181225"/>
            <a:ext cx="3675062" cy="1862138"/>
          </a:xfrm>
          <a:prstGeom prst="rect">
            <a:avLst/>
          </a:prstGeom>
          <a:noFill/>
        </p:spPr>
        <p:txBody>
          <a:bodyPr>
            <a:spAutoFit/>
          </a:bodyPr>
          <a:lstStyle/>
          <a:p>
            <a:pPr fontAlgn="auto">
              <a:spcBef>
                <a:spcPts val="0"/>
              </a:spcBef>
              <a:spcAft>
                <a:spcPts val="0"/>
              </a:spcAft>
              <a:defRPr/>
            </a:pPr>
            <a:r>
              <a:rPr lang="en-US" sz="11500" b="1" dirty="0">
                <a:solidFill>
                  <a:schemeClr val="accent5">
                    <a:lumMod val="75000"/>
                  </a:schemeClr>
                </a:solidFill>
                <a:latin typeface="+mn-lt"/>
                <a:cs typeface="+mn-cs"/>
              </a:rPr>
              <a:t>NOW</a:t>
            </a:r>
            <a:endParaRPr lang="ru-RU" sz="11500" b="1" dirty="0">
              <a:solidFill>
                <a:schemeClr val="accent5">
                  <a:lumMod val="75000"/>
                </a:schemeClr>
              </a:solidFill>
              <a:latin typeface="+mn-lt"/>
              <a:cs typeface="+mn-cs"/>
            </a:endParaRPr>
          </a:p>
        </p:txBody>
      </p:sp>
    </p:spTree>
  </p:cSld>
  <p:clrMapOvr>
    <a:masterClrMapping/>
  </p:clrMapOvr>
  <p:transition spd="slow">
    <p:cove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3670300" y="411163"/>
            <a:ext cx="6108700" cy="1195387"/>
          </a:xfrm>
        </p:spPr>
        <p:txBody>
          <a:bodyPr>
            <a:noAutofit/>
          </a:bodyPr>
          <a:lstStyle/>
          <a:p>
            <a:pPr eaLnBrk="1" fontAlgn="auto" hangingPunct="1">
              <a:spcAft>
                <a:spcPts val="0"/>
              </a:spcAft>
              <a:defRPr/>
            </a:pPr>
            <a:r>
              <a:rPr lang="en-US" sz="5400" dirty="0" smtClean="0"/>
              <a:t>SURVEY RESULTS </a:t>
            </a:r>
            <a:endParaRPr lang="ru-RU" sz="5400" dirty="0"/>
          </a:p>
        </p:txBody>
      </p:sp>
      <p:sp>
        <p:nvSpPr>
          <p:cNvPr id="24578" name="TextBox 3"/>
          <p:cNvSpPr txBox="1">
            <a:spLocks noChangeArrowheads="1"/>
          </p:cNvSpPr>
          <p:nvPr/>
        </p:nvSpPr>
        <p:spPr bwMode="auto">
          <a:xfrm>
            <a:off x="4967288" y="1606550"/>
            <a:ext cx="4992687" cy="646113"/>
          </a:xfrm>
          <a:prstGeom prst="rect">
            <a:avLst/>
          </a:prstGeom>
          <a:noFill/>
          <a:ln w="9525">
            <a:noFill/>
            <a:miter lim="800000"/>
            <a:headEnd/>
            <a:tailEnd/>
          </a:ln>
        </p:spPr>
        <p:txBody>
          <a:bodyPr>
            <a:spAutoFit/>
          </a:bodyPr>
          <a:lstStyle/>
          <a:p>
            <a:r>
              <a:rPr lang="en-US" sz="3600">
                <a:latin typeface="Calibri" pitchFamily="34" charset="0"/>
              </a:rPr>
              <a:t>3 blocks</a:t>
            </a:r>
            <a:endParaRPr lang="ru-RU" sz="3600">
              <a:latin typeface="Calibri" pitchFamily="34" charset="0"/>
            </a:endParaRPr>
          </a:p>
        </p:txBody>
      </p:sp>
      <p:sp>
        <p:nvSpPr>
          <p:cNvPr id="24579" name="TextBox 4"/>
          <p:cNvSpPr txBox="1">
            <a:spLocks noChangeArrowheads="1"/>
          </p:cNvSpPr>
          <p:nvPr/>
        </p:nvSpPr>
        <p:spPr bwMode="auto">
          <a:xfrm>
            <a:off x="928688" y="2319338"/>
            <a:ext cx="5795962" cy="769937"/>
          </a:xfrm>
          <a:prstGeom prst="rect">
            <a:avLst/>
          </a:prstGeom>
          <a:noFill/>
          <a:ln w="9525">
            <a:noFill/>
            <a:miter lim="800000"/>
            <a:headEnd/>
            <a:tailEnd/>
          </a:ln>
        </p:spPr>
        <p:txBody>
          <a:bodyPr>
            <a:spAutoFit/>
          </a:bodyPr>
          <a:lstStyle/>
          <a:p>
            <a:r>
              <a:rPr lang="en-US" sz="4400">
                <a:latin typeface="Calibri" pitchFamily="34" charset="0"/>
              </a:rPr>
              <a:t>ACTION</a:t>
            </a:r>
            <a:endParaRPr lang="ru-RU" sz="4400">
              <a:latin typeface="Calibri" pitchFamily="34" charset="0"/>
            </a:endParaRPr>
          </a:p>
        </p:txBody>
      </p:sp>
      <p:sp>
        <p:nvSpPr>
          <p:cNvPr id="24580" name="TextBox 5"/>
          <p:cNvSpPr txBox="1">
            <a:spLocks noChangeArrowheads="1"/>
          </p:cNvSpPr>
          <p:nvPr/>
        </p:nvSpPr>
        <p:spPr bwMode="auto">
          <a:xfrm>
            <a:off x="4314825" y="3678238"/>
            <a:ext cx="4819650" cy="647700"/>
          </a:xfrm>
          <a:prstGeom prst="rect">
            <a:avLst/>
          </a:prstGeom>
          <a:noFill/>
          <a:ln w="9525">
            <a:noFill/>
            <a:miter lim="800000"/>
            <a:headEnd/>
            <a:tailEnd/>
          </a:ln>
        </p:spPr>
        <p:txBody>
          <a:bodyPr>
            <a:spAutoFit/>
          </a:bodyPr>
          <a:lstStyle/>
          <a:p>
            <a:r>
              <a:rPr lang="en-US" sz="3600">
                <a:latin typeface="Calibri" pitchFamily="34" charset="0"/>
              </a:rPr>
              <a:t>COMMUNICATION</a:t>
            </a:r>
            <a:endParaRPr lang="ru-RU" sz="3600">
              <a:latin typeface="Calibri" pitchFamily="34" charset="0"/>
            </a:endParaRPr>
          </a:p>
        </p:txBody>
      </p:sp>
      <p:sp>
        <p:nvSpPr>
          <p:cNvPr id="24581" name="TextBox 6"/>
          <p:cNvSpPr txBox="1">
            <a:spLocks noChangeArrowheads="1"/>
          </p:cNvSpPr>
          <p:nvPr/>
        </p:nvSpPr>
        <p:spPr bwMode="auto">
          <a:xfrm>
            <a:off x="9464675" y="5351463"/>
            <a:ext cx="3819525" cy="584200"/>
          </a:xfrm>
          <a:prstGeom prst="rect">
            <a:avLst/>
          </a:prstGeom>
          <a:noFill/>
          <a:ln w="9525">
            <a:noFill/>
            <a:miter lim="800000"/>
            <a:headEnd/>
            <a:tailEnd/>
          </a:ln>
        </p:spPr>
        <p:txBody>
          <a:bodyPr>
            <a:spAutoFit/>
          </a:bodyPr>
          <a:lstStyle/>
          <a:p>
            <a:r>
              <a:rPr lang="en-US" sz="3200">
                <a:latin typeface="Calibri" pitchFamily="34" charset="0"/>
              </a:rPr>
              <a:t>“WHAT IF</a:t>
            </a:r>
            <a:r>
              <a:rPr lang="en-US">
                <a:latin typeface="Calibri" pitchFamily="34" charset="0"/>
              </a:rPr>
              <a:t>”</a:t>
            </a:r>
            <a:endParaRPr lang="ru-RU">
              <a:latin typeface="Calibri" pitchFamily="34" charset="0"/>
            </a:endParaRPr>
          </a:p>
        </p:txBody>
      </p:sp>
      <p:pic>
        <p:nvPicPr>
          <p:cNvPr id="24582" name="Рисунок 7"/>
          <p:cNvPicPr>
            <a:picLocks noChangeAspect="1"/>
          </p:cNvPicPr>
          <p:nvPr/>
        </p:nvPicPr>
        <p:blipFill>
          <a:blip r:embed="rId2"/>
          <a:srcRect/>
          <a:stretch>
            <a:fillRect/>
          </a:stretch>
        </p:blipFill>
        <p:spPr bwMode="auto">
          <a:xfrm>
            <a:off x="692150" y="3436938"/>
            <a:ext cx="2381250" cy="2381250"/>
          </a:xfrm>
          <a:prstGeom prst="rect">
            <a:avLst/>
          </a:prstGeom>
          <a:noFill/>
          <a:ln w="9525">
            <a:noFill/>
            <a:miter lim="800000"/>
            <a:headEnd/>
            <a:tailEnd/>
          </a:ln>
        </p:spPr>
      </p:pic>
      <p:pic>
        <p:nvPicPr>
          <p:cNvPr id="24583" name="Рисунок 8"/>
          <p:cNvPicPr>
            <a:picLocks noChangeAspect="1"/>
          </p:cNvPicPr>
          <p:nvPr/>
        </p:nvPicPr>
        <p:blipFill>
          <a:blip r:embed="rId3"/>
          <a:srcRect/>
          <a:stretch>
            <a:fillRect/>
          </a:stretch>
        </p:blipFill>
        <p:spPr bwMode="auto">
          <a:xfrm>
            <a:off x="9034463" y="2319338"/>
            <a:ext cx="2767012" cy="2767012"/>
          </a:xfrm>
          <a:prstGeom prst="rect">
            <a:avLst/>
          </a:prstGeom>
          <a:noFill/>
          <a:ln w="9525">
            <a:noFill/>
            <a:miter lim="800000"/>
            <a:headEnd/>
            <a:tailEnd/>
          </a:ln>
        </p:spPr>
      </p:pic>
      <p:pic>
        <p:nvPicPr>
          <p:cNvPr id="24584" name="Рисунок 9"/>
          <p:cNvPicPr>
            <a:picLocks noChangeAspect="1"/>
          </p:cNvPicPr>
          <p:nvPr/>
        </p:nvPicPr>
        <p:blipFill>
          <a:blip r:embed="rId4"/>
          <a:srcRect/>
          <a:stretch>
            <a:fillRect/>
          </a:stretch>
        </p:blipFill>
        <p:spPr bwMode="auto">
          <a:xfrm>
            <a:off x="4364038" y="4260850"/>
            <a:ext cx="3810000" cy="2181225"/>
          </a:xfrm>
          <a:prstGeom prst="rect">
            <a:avLst/>
          </a:prstGeom>
          <a:noFill/>
          <a:ln w="9525">
            <a:noFill/>
            <a:miter lim="800000"/>
            <a:headEnd/>
            <a:tailEnd/>
          </a:ln>
        </p:spPr>
      </p:pic>
    </p:spTree>
  </p:cSld>
  <p:clrMapOvr>
    <a:masterClrMapping/>
  </p:clrMapOvr>
  <p:transition spd="slow">
    <p:cove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p:cNvPicPr>
            <a:picLocks noChangeAspect="1"/>
          </p:cNvPicPr>
          <p:nvPr/>
        </p:nvPicPr>
        <p:blipFill>
          <a:blip r:embed="rId2">
            <a:extLst>
              <a:ext uri="{28A0092B-C50C-407E-A947-70E740481C1C}"/>
            </a:extLst>
          </a:blip>
          <a:stretch>
            <a:fillRect/>
          </a:stretch>
        </p:blipFill>
        <p:spPr>
          <a:xfrm>
            <a:off x="1354568" y="372430"/>
            <a:ext cx="9193558" cy="6094015"/>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
        <p:nvSpPr>
          <p:cNvPr id="5" name="TextBox 4"/>
          <p:cNvSpPr txBox="1"/>
          <p:nvPr/>
        </p:nvSpPr>
        <p:spPr>
          <a:xfrm>
            <a:off x="1490663" y="882650"/>
            <a:ext cx="5399087" cy="1844675"/>
          </a:xfrm>
          <a:prstGeom prst="rect">
            <a:avLst/>
          </a:prstGeom>
          <a:noFill/>
        </p:spPr>
        <p:txBody>
          <a:bodyPr>
            <a:spAutoFit/>
          </a:bodyPr>
          <a:lstStyle/>
          <a:p>
            <a:pPr fontAlgn="auto">
              <a:spcBef>
                <a:spcPts val="0"/>
              </a:spcBef>
              <a:spcAft>
                <a:spcPts val="0"/>
              </a:spcAft>
              <a:defRPr/>
            </a:pPr>
            <a:r>
              <a:rPr lang="ru-RU" sz="11500" dirty="0">
                <a:solidFill>
                  <a:schemeClr val="accent6">
                    <a:lumMod val="50000"/>
                  </a:schemeClr>
                </a:solidFill>
                <a:latin typeface="+mn-lt"/>
                <a:cs typeface="+mn-cs"/>
                <a:sym typeface="Wingdings" panose="05000000000000000000" pitchFamily="2" charset="2"/>
              </a:rPr>
              <a:t></a:t>
            </a:r>
            <a:endParaRPr lang="ru-RU" sz="11500" dirty="0">
              <a:solidFill>
                <a:schemeClr val="accent6">
                  <a:lumMod val="50000"/>
                </a:schemeClr>
              </a:solidFill>
              <a:latin typeface="+mn-lt"/>
              <a:cs typeface="+mn-cs"/>
            </a:endParaRPr>
          </a:p>
        </p:txBody>
      </p:sp>
      <p:sp>
        <p:nvSpPr>
          <p:cNvPr id="25603" name="AutoShape 5" descr="2Q=="/>
          <p:cNvSpPr>
            <a:spLocks noChangeAspect="1" noChangeArrowheads="1"/>
          </p:cNvSpPr>
          <p:nvPr/>
        </p:nvSpPr>
        <p:spPr bwMode="auto">
          <a:xfrm>
            <a:off x="5943600" y="3276600"/>
            <a:ext cx="304800" cy="304800"/>
          </a:xfrm>
          <a:prstGeom prst="rect">
            <a:avLst/>
          </a:prstGeom>
          <a:noFill/>
          <a:ln w="9525">
            <a:noFill/>
            <a:miter lim="800000"/>
            <a:headEnd/>
            <a:tailEnd/>
          </a:ln>
        </p:spPr>
        <p:txBody>
          <a:bodyPr/>
          <a:lstStyle/>
          <a:p>
            <a:endParaRPr lang="ro-RO"/>
          </a:p>
        </p:txBody>
      </p:sp>
      <p:sp>
        <p:nvSpPr>
          <p:cNvPr id="25604" name="AutoShape 7" descr="2Q=="/>
          <p:cNvSpPr>
            <a:spLocks noChangeAspect="1" noChangeArrowheads="1"/>
          </p:cNvSpPr>
          <p:nvPr/>
        </p:nvSpPr>
        <p:spPr bwMode="auto">
          <a:xfrm>
            <a:off x="5943600" y="3276600"/>
            <a:ext cx="304800" cy="304800"/>
          </a:xfrm>
          <a:prstGeom prst="rect">
            <a:avLst/>
          </a:prstGeom>
          <a:noFill/>
          <a:ln w="9525">
            <a:noFill/>
            <a:miter lim="800000"/>
            <a:headEnd/>
            <a:tailEnd/>
          </a:ln>
        </p:spPr>
        <p:txBody>
          <a:bodyPr/>
          <a:lstStyle/>
          <a:p>
            <a:endParaRPr lang="ro-RO"/>
          </a:p>
        </p:txBody>
      </p:sp>
      <p:pic>
        <p:nvPicPr>
          <p:cNvPr id="25605" name="Picture 9" descr="typing-on-laptop"/>
          <p:cNvPicPr>
            <a:picLocks noChangeAspect="1" noChangeArrowheads="1"/>
          </p:cNvPicPr>
          <p:nvPr/>
        </p:nvPicPr>
        <p:blipFill>
          <a:blip r:embed="rId3"/>
          <a:srcRect/>
          <a:stretch>
            <a:fillRect/>
          </a:stretch>
        </p:blipFill>
        <p:spPr bwMode="auto">
          <a:xfrm>
            <a:off x="7138988" y="1069975"/>
            <a:ext cx="3441700" cy="2209800"/>
          </a:xfrm>
          <a:prstGeom prst="rect">
            <a:avLst/>
          </a:prstGeom>
          <a:noFill/>
          <a:ln w="9525">
            <a:noFill/>
            <a:miter lim="800000"/>
            <a:headEnd/>
            <a:tailEnd/>
          </a:ln>
        </p:spPr>
      </p:pic>
      <p:sp>
        <p:nvSpPr>
          <p:cNvPr id="25606" name="AutoShape 11" descr="2Q=="/>
          <p:cNvSpPr>
            <a:spLocks noChangeAspect="1" noChangeArrowheads="1"/>
          </p:cNvSpPr>
          <p:nvPr/>
        </p:nvSpPr>
        <p:spPr bwMode="auto">
          <a:xfrm>
            <a:off x="5943600" y="3276600"/>
            <a:ext cx="304800" cy="304800"/>
          </a:xfrm>
          <a:prstGeom prst="rect">
            <a:avLst/>
          </a:prstGeom>
          <a:noFill/>
          <a:ln w="9525">
            <a:noFill/>
            <a:miter lim="800000"/>
            <a:headEnd/>
            <a:tailEnd/>
          </a:ln>
        </p:spPr>
        <p:txBody>
          <a:bodyPr/>
          <a:lstStyle/>
          <a:p>
            <a:endParaRPr lang="ro-RO"/>
          </a:p>
        </p:txBody>
      </p:sp>
      <p:pic>
        <p:nvPicPr>
          <p:cNvPr id="25607" name="Picture 13" descr="handwriting"/>
          <p:cNvPicPr>
            <a:picLocks noChangeAspect="1" noChangeArrowheads="1"/>
          </p:cNvPicPr>
          <p:nvPr/>
        </p:nvPicPr>
        <p:blipFill>
          <a:blip r:embed="rId4"/>
          <a:srcRect/>
          <a:stretch>
            <a:fillRect/>
          </a:stretch>
        </p:blipFill>
        <p:spPr bwMode="auto">
          <a:xfrm>
            <a:off x="1109663" y="3584575"/>
            <a:ext cx="3540125" cy="2085975"/>
          </a:xfrm>
          <a:prstGeom prst="rect">
            <a:avLst/>
          </a:prstGeom>
          <a:noFill/>
          <a:ln w="9525">
            <a:noFill/>
            <a:miter lim="800000"/>
            <a:headEnd/>
            <a:tailEnd/>
          </a:ln>
        </p:spPr>
      </p:pic>
    </p:spTree>
  </p:cSld>
  <p:clrMapOvr>
    <a:masterClrMapping/>
  </p:clrMapOvr>
  <p:transition spd="slow">
    <p:cove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eaLnBrk="1" fontAlgn="auto" hangingPunct="1">
              <a:spcAft>
                <a:spcPts val="0"/>
              </a:spcAft>
              <a:defRPr/>
            </a:pPr>
            <a:endParaRPr lang="ru-RU" dirty="0"/>
          </a:p>
        </p:txBody>
      </p:sp>
      <p:pic>
        <p:nvPicPr>
          <p:cNvPr id="4" name="Объект 3"/>
          <p:cNvPicPr>
            <a:picLocks noGrp="1" noChangeAspect="1"/>
          </p:cNvPicPr>
          <p:nvPr>
            <p:ph idx="1"/>
          </p:nvPr>
        </p:nvPicPr>
        <p:blipFill>
          <a:blip r:embed="rId2">
            <a:extLst>
              <a:ext uri="{28A0092B-C50C-407E-A947-70E740481C1C}"/>
            </a:extLst>
          </a:blip>
          <a:stretch>
            <a:fillRect/>
          </a:stretch>
        </p:blipFill>
        <p:spPr>
          <a:xfrm>
            <a:off x="3052490" y="567546"/>
            <a:ext cx="8039955" cy="5697147"/>
          </a:xfr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
        <p:nvSpPr>
          <p:cNvPr id="7" name="Прямоугольник 6"/>
          <p:cNvSpPr/>
          <p:nvPr/>
        </p:nvSpPr>
        <p:spPr>
          <a:xfrm>
            <a:off x="9142413" y="2382838"/>
            <a:ext cx="2024062" cy="1844675"/>
          </a:xfrm>
          <a:prstGeom prst="rect">
            <a:avLst/>
          </a:prstGeom>
        </p:spPr>
        <p:txBody>
          <a:bodyPr>
            <a:spAutoFit/>
          </a:bodyPr>
          <a:lstStyle/>
          <a:p>
            <a:pPr fontAlgn="auto">
              <a:spcBef>
                <a:spcPts val="0"/>
              </a:spcBef>
              <a:spcAft>
                <a:spcPts val="0"/>
              </a:spcAft>
              <a:defRPr/>
            </a:pPr>
            <a:r>
              <a:rPr lang="ru-RU" sz="11500" dirty="0">
                <a:solidFill>
                  <a:schemeClr val="accent6">
                    <a:lumMod val="50000"/>
                  </a:schemeClr>
                </a:solidFill>
                <a:latin typeface="+mn-lt"/>
                <a:cs typeface="+mn-cs"/>
                <a:sym typeface="Wingdings" panose="05000000000000000000" pitchFamily="2" charset="2"/>
              </a:rPr>
              <a:t></a:t>
            </a:r>
            <a:endParaRPr lang="ru-RU" sz="11500" dirty="0">
              <a:solidFill>
                <a:schemeClr val="accent6">
                  <a:lumMod val="50000"/>
                </a:schemeClr>
              </a:solidFill>
              <a:latin typeface="+mn-lt"/>
              <a:cs typeface="+mn-cs"/>
            </a:endParaRPr>
          </a:p>
        </p:txBody>
      </p:sp>
      <p:pic>
        <p:nvPicPr>
          <p:cNvPr id="26628" name="Picture 5" descr="Untitled"/>
          <p:cNvPicPr>
            <a:picLocks noChangeAspect="1" noChangeArrowheads="1"/>
          </p:cNvPicPr>
          <p:nvPr/>
        </p:nvPicPr>
        <p:blipFill>
          <a:blip r:embed="rId3"/>
          <a:srcRect/>
          <a:stretch>
            <a:fillRect/>
          </a:stretch>
        </p:blipFill>
        <p:spPr bwMode="auto">
          <a:xfrm>
            <a:off x="198438" y="1004888"/>
            <a:ext cx="4395787" cy="4364037"/>
          </a:xfrm>
          <a:prstGeom prst="rect">
            <a:avLst/>
          </a:prstGeom>
          <a:noFill/>
          <a:ln w="9525">
            <a:noFill/>
            <a:miter lim="800000"/>
            <a:headEnd/>
            <a:tailEnd/>
          </a:ln>
        </p:spPr>
      </p:pic>
    </p:spTree>
  </p:cSld>
  <p:clrMapOvr>
    <a:masterClrMapping/>
  </p:clrMapOvr>
  <p:transition spd="slow">
    <p:cove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p:cNvPicPr>
            <a:picLocks noChangeAspect="1"/>
          </p:cNvPicPr>
          <p:nvPr/>
        </p:nvPicPr>
        <p:blipFill>
          <a:blip r:embed="rId2">
            <a:extLst>
              <a:ext uri="{28A0092B-C50C-407E-A947-70E740481C1C}"/>
            </a:extLst>
          </a:blip>
          <a:stretch>
            <a:fillRect/>
          </a:stretch>
        </p:blipFill>
        <p:spPr>
          <a:xfrm rot="593166">
            <a:off x="5176111" y="292453"/>
            <a:ext cx="5645282" cy="391099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27650" name="Рисунок 4"/>
          <p:cNvPicPr>
            <a:picLocks noChangeAspect="1" noChangeArrowheads="1"/>
          </p:cNvPicPr>
          <p:nvPr/>
        </p:nvPicPr>
        <p:blipFill>
          <a:blip r:embed="rId3"/>
          <a:srcRect/>
          <a:stretch>
            <a:fillRect/>
          </a:stretch>
        </p:blipFill>
        <p:spPr bwMode="auto">
          <a:xfrm rot="-147859">
            <a:off x="-493713" y="-333375"/>
            <a:ext cx="6648451" cy="5172075"/>
          </a:xfrm>
          <a:prstGeom prst="rect">
            <a:avLst/>
          </a:prstGeom>
          <a:noFill/>
          <a:ln w="9525">
            <a:noFill/>
            <a:miter lim="800000"/>
            <a:headEnd/>
            <a:tailEnd/>
          </a:ln>
        </p:spPr>
      </p:pic>
      <p:sp>
        <p:nvSpPr>
          <p:cNvPr id="6" name="Прямоугольник 5"/>
          <p:cNvSpPr/>
          <p:nvPr/>
        </p:nvSpPr>
        <p:spPr>
          <a:xfrm rot="607524">
            <a:off x="6683375" y="1331913"/>
            <a:ext cx="1212850" cy="1555750"/>
          </a:xfrm>
          <a:prstGeom prst="rect">
            <a:avLst/>
          </a:prstGeom>
        </p:spPr>
        <p:txBody>
          <a:bodyPr wrap="none">
            <a:spAutoFit/>
          </a:bodyPr>
          <a:lstStyle/>
          <a:p>
            <a:pPr fontAlgn="auto">
              <a:spcBef>
                <a:spcPts val="0"/>
              </a:spcBef>
              <a:spcAft>
                <a:spcPts val="0"/>
              </a:spcAft>
              <a:defRPr/>
            </a:pPr>
            <a:r>
              <a:rPr lang="ru-RU" sz="9600" dirty="0">
                <a:solidFill>
                  <a:schemeClr val="accent6">
                    <a:lumMod val="50000"/>
                  </a:schemeClr>
                </a:solidFill>
                <a:latin typeface="+mn-lt"/>
                <a:cs typeface="+mn-cs"/>
                <a:sym typeface="Wingdings" panose="05000000000000000000" pitchFamily="2" charset="2"/>
              </a:rPr>
              <a:t></a:t>
            </a:r>
            <a:endParaRPr lang="ru-RU" sz="9600" dirty="0">
              <a:solidFill>
                <a:schemeClr val="accent6">
                  <a:lumMod val="50000"/>
                </a:schemeClr>
              </a:solidFill>
              <a:latin typeface="+mn-lt"/>
              <a:cs typeface="+mn-cs"/>
            </a:endParaRPr>
          </a:p>
        </p:txBody>
      </p:sp>
      <p:sp>
        <p:nvSpPr>
          <p:cNvPr id="27652" name="TextBox 7"/>
          <p:cNvSpPr txBox="1">
            <a:spLocks noChangeArrowheads="1"/>
          </p:cNvSpPr>
          <p:nvPr/>
        </p:nvSpPr>
        <p:spPr bwMode="auto">
          <a:xfrm rot="-471307">
            <a:off x="233363" y="1295400"/>
            <a:ext cx="1014412" cy="366713"/>
          </a:xfrm>
          <a:prstGeom prst="rect">
            <a:avLst/>
          </a:prstGeom>
          <a:noFill/>
          <a:ln w="9525">
            <a:noFill/>
            <a:miter lim="800000"/>
            <a:headEnd/>
            <a:tailEnd/>
          </a:ln>
        </p:spPr>
        <p:txBody>
          <a:bodyPr>
            <a:spAutoFit/>
          </a:bodyPr>
          <a:lstStyle/>
          <a:p>
            <a:r>
              <a:rPr lang="ru-RU">
                <a:latin typeface="Calibri" pitchFamily="34" charset="0"/>
                <a:sym typeface="Wingdings" pitchFamily="2" charset="2"/>
              </a:rPr>
              <a:t> </a:t>
            </a:r>
            <a:endParaRPr lang="ru-RU">
              <a:latin typeface="Calibri" pitchFamily="34" charset="0"/>
            </a:endParaRPr>
          </a:p>
        </p:txBody>
      </p:sp>
      <p:pic>
        <p:nvPicPr>
          <p:cNvPr id="27653" name="Picture 7" descr="friends-having-coffee"/>
          <p:cNvPicPr>
            <a:picLocks noChangeAspect="1" noChangeArrowheads="1"/>
          </p:cNvPicPr>
          <p:nvPr/>
        </p:nvPicPr>
        <p:blipFill>
          <a:blip r:embed="rId4"/>
          <a:srcRect/>
          <a:stretch>
            <a:fillRect/>
          </a:stretch>
        </p:blipFill>
        <p:spPr bwMode="auto">
          <a:xfrm>
            <a:off x="841375" y="4233863"/>
            <a:ext cx="3214688" cy="2409825"/>
          </a:xfrm>
          <a:prstGeom prst="rect">
            <a:avLst/>
          </a:prstGeom>
          <a:noFill/>
          <a:ln w="9525">
            <a:noFill/>
            <a:miter lim="800000"/>
            <a:headEnd/>
            <a:tailEnd/>
          </a:ln>
        </p:spPr>
      </p:pic>
      <p:pic>
        <p:nvPicPr>
          <p:cNvPr id="27654" name="Picture 9" descr="EatingatComputer"/>
          <p:cNvPicPr>
            <a:picLocks noChangeAspect="1" noChangeArrowheads="1"/>
          </p:cNvPicPr>
          <p:nvPr/>
        </p:nvPicPr>
        <p:blipFill>
          <a:blip r:embed="rId5"/>
          <a:srcRect/>
          <a:stretch>
            <a:fillRect/>
          </a:stretch>
        </p:blipFill>
        <p:spPr bwMode="auto">
          <a:xfrm>
            <a:off x="7620000" y="4270375"/>
            <a:ext cx="3706813" cy="2224088"/>
          </a:xfrm>
          <a:prstGeom prst="rect">
            <a:avLst/>
          </a:prstGeom>
          <a:noFill/>
          <a:ln w="9525">
            <a:noFill/>
            <a:miter lim="800000"/>
            <a:headEnd/>
            <a:tailEnd/>
          </a:ln>
        </p:spPr>
      </p:pic>
      <p:sp>
        <p:nvSpPr>
          <p:cNvPr id="2" name="Прямоугольник 5"/>
          <p:cNvSpPr>
            <a:spLocks noChangeArrowheads="1"/>
          </p:cNvSpPr>
          <p:nvPr/>
        </p:nvSpPr>
        <p:spPr bwMode="auto">
          <a:xfrm rot="-644678">
            <a:off x="1673225" y="1446213"/>
            <a:ext cx="1212850" cy="1555750"/>
          </a:xfrm>
          <a:prstGeom prst="rect">
            <a:avLst/>
          </a:prstGeom>
          <a:noFill/>
          <a:ln w="9525">
            <a:noFill/>
            <a:miter lim="800000"/>
            <a:headEnd/>
            <a:tailEnd/>
          </a:ln>
        </p:spPr>
        <p:txBody>
          <a:bodyPr wrap="none">
            <a:spAutoFit/>
          </a:bodyPr>
          <a:lstStyle/>
          <a:p>
            <a:pPr fontAlgn="auto">
              <a:spcBef>
                <a:spcPts val="0"/>
              </a:spcBef>
              <a:spcAft>
                <a:spcPts val="0"/>
              </a:spcAft>
              <a:defRPr/>
            </a:pPr>
            <a:r>
              <a:rPr lang="ru-RU" sz="9600" dirty="0">
                <a:solidFill>
                  <a:schemeClr val="accent6">
                    <a:lumMod val="50000"/>
                  </a:schemeClr>
                </a:solidFill>
                <a:latin typeface="+mn-lt"/>
                <a:cs typeface="+mn-cs"/>
                <a:sym typeface="Wingdings" panose="05000000000000000000" pitchFamily="2" charset="2"/>
              </a:rPr>
              <a:t></a:t>
            </a:r>
            <a:endParaRPr lang="ru-RU" sz="9600" dirty="0">
              <a:solidFill>
                <a:schemeClr val="accent6">
                  <a:lumMod val="50000"/>
                </a:schemeClr>
              </a:solidFill>
              <a:latin typeface="+mn-lt"/>
              <a:cs typeface="+mn-cs"/>
            </a:endParaRPr>
          </a:p>
        </p:txBody>
      </p:sp>
    </p:spTree>
  </p:cSld>
  <p:clrMapOvr>
    <a:masterClrMapping/>
  </p:clrMapOvr>
  <p:transition spd="slow">
    <p:cove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eaLnBrk="1" fontAlgn="auto" hangingPunct="1">
              <a:spcAft>
                <a:spcPts val="0"/>
              </a:spcAft>
              <a:defRPr/>
            </a:pPr>
            <a:endParaRPr lang="ru-RU"/>
          </a:p>
        </p:txBody>
      </p:sp>
      <p:pic>
        <p:nvPicPr>
          <p:cNvPr id="4" name="Объект 3"/>
          <p:cNvPicPr>
            <a:picLocks noGrp="1" noChangeAspect="1"/>
          </p:cNvPicPr>
          <p:nvPr>
            <p:ph idx="1"/>
          </p:nvPr>
        </p:nvPicPr>
        <p:blipFill>
          <a:blip r:embed="rId2">
            <a:extLst>
              <a:ext uri="{28A0092B-C50C-407E-A947-70E740481C1C}"/>
            </a:extLst>
          </a:blip>
          <a:stretch>
            <a:fillRect/>
          </a:stretch>
        </p:blipFill>
        <p:spPr>
          <a:xfrm>
            <a:off x="2484838" y="179786"/>
            <a:ext cx="9227622" cy="6512436"/>
          </a:xfr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
        <p:nvSpPr>
          <p:cNvPr id="5" name="Прямоугольник 4"/>
          <p:cNvSpPr/>
          <p:nvPr/>
        </p:nvSpPr>
        <p:spPr>
          <a:xfrm>
            <a:off x="3163888" y="4400550"/>
            <a:ext cx="1212850" cy="1555750"/>
          </a:xfrm>
          <a:prstGeom prst="rect">
            <a:avLst/>
          </a:prstGeom>
        </p:spPr>
        <p:txBody>
          <a:bodyPr wrap="none">
            <a:spAutoFit/>
          </a:bodyPr>
          <a:lstStyle/>
          <a:p>
            <a:pPr fontAlgn="auto">
              <a:spcBef>
                <a:spcPts val="0"/>
              </a:spcBef>
              <a:spcAft>
                <a:spcPts val="0"/>
              </a:spcAft>
              <a:defRPr/>
            </a:pPr>
            <a:r>
              <a:rPr lang="ru-RU" sz="9600" dirty="0">
                <a:solidFill>
                  <a:schemeClr val="accent6">
                    <a:lumMod val="50000"/>
                  </a:schemeClr>
                </a:solidFill>
                <a:latin typeface="+mn-lt"/>
                <a:cs typeface="+mn-cs"/>
                <a:sym typeface="Wingdings" panose="05000000000000000000" pitchFamily="2" charset="2"/>
              </a:rPr>
              <a:t></a:t>
            </a:r>
            <a:endParaRPr lang="ru-RU" sz="9600" dirty="0">
              <a:solidFill>
                <a:schemeClr val="accent6">
                  <a:lumMod val="50000"/>
                </a:schemeClr>
              </a:solidFill>
              <a:latin typeface="+mn-lt"/>
              <a:cs typeface="+mn-cs"/>
            </a:endParaRPr>
          </a:p>
        </p:txBody>
      </p:sp>
      <p:pic>
        <p:nvPicPr>
          <p:cNvPr id="28676" name="Picture 8" descr="Untitled"/>
          <p:cNvPicPr>
            <a:picLocks noChangeAspect="1" noChangeArrowheads="1"/>
          </p:cNvPicPr>
          <p:nvPr/>
        </p:nvPicPr>
        <p:blipFill>
          <a:blip r:embed="rId3"/>
          <a:srcRect/>
          <a:stretch>
            <a:fillRect/>
          </a:stretch>
        </p:blipFill>
        <p:spPr bwMode="auto">
          <a:xfrm>
            <a:off x="650875" y="1014413"/>
            <a:ext cx="5002213" cy="2892425"/>
          </a:xfrm>
          <a:prstGeom prst="rect">
            <a:avLst/>
          </a:prstGeom>
          <a:noFill/>
          <a:ln w="9525">
            <a:noFill/>
            <a:miter lim="800000"/>
            <a:headEnd/>
            <a:tailEnd/>
          </a:ln>
        </p:spPr>
      </p:pic>
    </p:spTree>
  </p:cSld>
  <p:clrMapOvr>
    <a:masterClrMapping/>
  </p:clrMapOvr>
  <p:transition spd="slow">
    <p:cove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eaLnBrk="1" fontAlgn="auto" hangingPunct="1">
              <a:spcAft>
                <a:spcPts val="0"/>
              </a:spcAft>
              <a:defRPr/>
            </a:pPr>
            <a:endParaRPr lang="ru-RU"/>
          </a:p>
        </p:txBody>
      </p:sp>
      <p:pic>
        <p:nvPicPr>
          <p:cNvPr id="4" name="Объект 3"/>
          <p:cNvPicPr>
            <a:picLocks noGrp="1" noChangeAspect="1"/>
          </p:cNvPicPr>
          <p:nvPr>
            <p:ph idx="1"/>
          </p:nvPr>
        </p:nvPicPr>
        <p:blipFill>
          <a:blip r:embed="rId2">
            <a:extLst>
              <a:ext uri="{28A0092B-C50C-407E-A947-70E740481C1C}"/>
            </a:extLst>
          </a:blip>
          <a:stretch>
            <a:fillRect/>
          </a:stretch>
        </p:blipFill>
        <p:spPr>
          <a:xfrm>
            <a:off x="1535747" y="499542"/>
            <a:ext cx="8728096" cy="5835356"/>
          </a:xfr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
        <p:nvSpPr>
          <p:cNvPr id="5" name="Прямоугольник 4"/>
          <p:cNvSpPr/>
          <p:nvPr/>
        </p:nvSpPr>
        <p:spPr>
          <a:xfrm>
            <a:off x="1962150" y="4535488"/>
            <a:ext cx="1223963" cy="1568450"/>
          </a:xfrm>
          <a:prstGeom prst="rect">
            <a:avLst/>
          </a:prstGeom>
        </p:spPr>
        <p:txBody>
          <a:bodyPr wrap="none">
            <a:spAutoFit/>
          </a:bodyPr>
          <a:lstStyle/>
          <a:p>
            <a:pPr fontAlgn="auto">
              <a:spcBef>
                <a:spcPts val="0"/>
              </a:spcBef>
              <a:spcAft>
                <a:spcPts val="0"/>
              </a:spcAft>
              <a:defRPr/>
            </a:pPr>
            <a:r>
              <a:rPr lang="ru-RU" sz="9600" dirty="0">
                <a:solidFill>
                  <a:schemeClr val="accent6">
                    <a:lumMod val="50000"/>
                  </a:schemeClr>
                </a:solidFill>
                <a:latin typeface="+mn-lt"/>
                <a:cs typeface="+mn-cs"/>
                <a:sym typeface="Wingdings" panose="05000000000000000000" pitchFamily="2" charset="2"/>
              </a:rPr>
              <a:t></a:t>
            </a:r>
            <a:endParaRPr lang="ru-RU" sz="9600" dirty="0">
              <a:solidFill>
                <a:schemeClr val="accent6">
                  <a:lumMod val="50000"/>
                </a:schemeClr>
              </a:solidFill>
              <a:latin typeface="+mn-lt"/>
              <a:cs typeface="+mn-cs"/>
            </a:endParaRPr>
          </a:p>
        </p:txBody>
      </p:sp>
      <p:pic>
        <p:nvPicPr>
          <p:cNvPr id="29700" name="Picture 5" descr="Untitled"/>
          <p:cNvPicPr>
            <a:picLocks noChangeAspect="1" noChangeArrowheads="1"/>
          </p:cNvPicPr>
          <p:nvPr/>
        </p:nvPicPr>
        <p:blipFill>
          <a:blip r:embed="rId3"/>
          <a:srcRect/>
          <a:stretch>
            <a:fillRect/>
          </a:stretch>
        </p:blipFill>
        <p:spPr bwMode="auto">
          <a:xfrm rot="541708">
            <a:off x="7972425" y="3081338"/>
            <a:ext cx="3214688" cy="2749550"/>
          </a:xfrm>
          <a:prstGeom prst="rect">
            <a:avLst/>
          </a:prstGeom>
          <a:noFill/>
          <a:ln w="9525">
            <a:noFill/>
            <a:miter lim="800000"/>
            <a:headEnd/>
            <a:tailEnd/>
          </a:ln>
        </p:spPr>
      </p:pic>
    </p:spTree>
  </p:cSld>
  <p:clrMapOvr>
    <a:masterClrMapping/>
  </p:clrMapOvr>
  <p:transition spd="slow">
    <p:cove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eaLnBrk="1" fontAlgn="auto" hangingPunct="1">
              <a:spcAft>
                <a:spcPts val="0"/>
              </a:spcAft>
              <a:defRPr/>
            </a:pPr>
            <a:endParaRPr lang="ru-RU" dirty="0"/>
          </a:p>
        </p:txBody>
      </p:sp>
      <p:pic>
        <p:nvPicPr>
          <p:cNvPr id="4" name="Объект 3"/>
          <p:cNvPicPr>
            <a:picLocks noGrp="1" noChangeAspect="1"/>
          </p:cNvPicPr>
          <p:nvPr>
            <p:ph idx="1"/>
          </p:nvPr>
        </p:nvPicPr>
        <p:blipFill>
          <a:blip r:embed="rId2">
            <a:extLst>
              <a:ext uri="{28A0092B-C50C-407E-A947-70E740481C1C}"/>
            </a:extLst>
          </a:blip>
          <a:stretch>
            <a:fillRect/>
          </a:stretch>
        </p:blipFill>
        <p:spPr>
          <a:xfrm rot="21162171">
            <a:off x="-301407" y="437420"/>
            <a:ext cx="7806874" cy="5197147"/>
          </a:xfr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pic>
        <p:nvPicPr>
          <p:cNvPr id="5" name="Рисунок 4"/>
          <p:cNvPicPr>
            <a:picLocks noChangeAspect="1"/>
          </p:cNvPicPr>
          <p:nvPr/>
        </p:nvPicPr>
        <p:blipFill>
          <a:blip r:embed="rId3">
            <a:extLst>
              <a:ext uri="{28A0092B-C50C-407E-A947-70E740481C1C}"/>
            </a:extLst>
          </a:blip>
          <a:stretch>
            <a:fillRect/>
          </a:stretch>
        </p:blipFill>
        <p:spPr>
          <a:xfrm rot="521611">
            <a:off x="5568210" y="1603568"/>
            <a:ext cx="7340241" cy="4823587"/>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
        <p:nvSpPr>
          <p:cNvPr id="6" name="Прямоугольник 5"/>
          <p:cNvSpPr/>
          <p:nvPr/>
        </p:nvSpPr>
        <p:spPr>
          <a:xfrm>
            <a:off x="6029325" y="4333875"/>
            <a:ext cx="1223963" cy="1570038"/>
          </a:xfrm>
          <a:prstGeom prst="rect">
            <a:avLst/>
          </a:prstGeom>
        </p:spPr>
        <p:txBody>
          <a:bodyPr wrap="none">
            <a:spAutoFit/>
          </a:bodyPr>
          <a:lstStyle/>
          <a:p>
            <a:pPr fontAlgn="auto">
              <a:spcBef>
                <a:spcPts val="0"/>
              </a:spcBef>
              <a:spcAft>
                <a:spcPts val="0"/>
              </a:spcAft>
              <a:defRPr/>
            </a:pPr>
            <a:r>
              <a:rPr lang="ru-RU" sz="9600">
                <a:solidFill>
                  <a:schemeClr val="accent4">
                    <a:lumMod val="75000"/>
                  </a:schemeClr>
                </a:solidFill>
                <a:latin typeface="+mn-lt"/>
                <a:cs typeface="+mn-cs"/>
                <a:sym typeface="Wingdings" panose="05000000000000000000" pitchFamily="2" charset="2"/>
              </a:rPr>
              <a:t></a:t>
            </a:r>
            <a:endParaRPr lang="ru-RU" dirty="0">
              <a:latin typeface="+mn-lt"/>
              <a:cs typeface="+mn-cs"/>
            </a:endParaRPr>
          </a:p>
        </p:txBody>
      </p:sp>
      <p:sp>
        <p:nvSpPr>
          <p:cNvPr id="7" name="Прямоугольник 6"/>
          <p:cNvSpPr/>
          <p:nvPr/>
        </p:nvSpPr>
        <p:spPr>
          <a:xfrm>
            <a:off x="342900" y="4267200"/>
            <a:ext cx="1222375" cy="1570038"/>
          </a:xfrm>
          <a:prstGeom prst="rect">
            <a:avLst/>
          </a:prstGeom>
        </p:spPr>
        <p:txBody>
          <a:bodyPr wrap="none">
            <a:spAutoFit/>
          </a:bodyPr>
          <a:lstStyle/>
          <a:p>
            <a:pPr fontAlgn="auto">
              <a:spcBef>
                <a:spcPts val="0"/>
              </a:spcBef>
              <a:spcAft>
                <a:spcPts val="0"/>
              </a:spcAft>
              <a:defRPr/>
            </a:pPr>
            <a:r>
              <a:rPr lang="ru-RU" sz="9600" dirty="0">
                <a:solidFill>
                  <a:schemeClr val="accent4">
                    <a:lumMod val="75000"/>
                  </a:schemeClr>
                </a:solidFill>
                <a:latin typeface="+mn-lt"/>
                <a:cs typeface="+mn-cs"/>
                <a:sym typeface="Wingdings" panose="05000000000000000000" pitchFamily="2" charset="2"/>
              </a:rPr>
              <a:t></a:t>
            </a:r>
            <a:endParaRPr lang="ru-RU" dirty="0">
              <a:latin typeface="+mn-lt"/>
              <a:cs typeface="+mn-cs"/>
            </a:endParaRPr>
          </a:p>
        </p:txBody>
      </p:sp>
    </p:spTree>
  </p:cSld>
  <p:clrMapOvr>
    <a:masterClrMapping/>
  </p:clrMapOvr>
  <p:transition spd="slow">
    <p:cove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p:cNvSpPr>
            <a:spLocks noGrp="1"/>
          </p:cNvSpPr>
          <p:nvPr>
            <p:ph type="title" idx="4294967295"/>
          </p:nvPr>
        </p:nvSpPr>
        <p:spPr bwMode="auto">
          <a:noFill/>
        </p:spPr>
        <p:txBody>
          <a:bodyPr wrap="square" numCol="1" anchorCtr="0" compatLnSpc="1">
            <a:prstTxWarp prst="textNoShape">
              <a:avLst/>
            </a:prstTxWarp>
          </a:bodyPr>
          <a:lstStyle/>
          <a:p>
            <a:endParaRPr lang="ro-RO" cap="none" smtClean="0">
              <a:ln>
                <a:noFill/>
              </a:ln>
            </a:endParaRPr>
          </a:p>
        </p:txBody>
      </p:sp>
      <p:sp>
        <p:nvSpPr>
          <p:cNvPr id="31746" name="Rectangle 3"/>
          <p:cNvSpPr>
            <a:spLocks noGrp="1"/>
          </p:cNvSpPr>
          <p:nvPr>
            <p:ph type="body" idx="4294967295"/>
          </p:nvPr>
        </p:nvSpPr>
        <p:spPr/>
        <p:txBody>
          <a:bodyPr/>
          <a:lstStyle/>
          <a:p>
            <a:endParaRPr lang="ro-RO" smtClean="0"/>
          </a:p>
        </p:txBody>
      </p:sp>
      <p:pic>
        <p:nvPicPr>
          <p:cNvPr id="31747" name="Picture 5" descr="computer-addiction"/>
          <p:cNvPicPr>
            <a:picLocks noChangeAspect="1" noChangeArrowheads="1"/>
          </p:cNvPicPr>
          <p:nvPr/>
        </p:nvPicPr>
        <p:blipFill>
          <a:blip r:embed="rId2"/>
          <a:srcRect/>
          <a:stretch>
            <a:fillRect/>
          </a:stretch>
        </p:blipFill>
        <p:spPr bwMode="auto">
          <a:xfrm>
            <a:off x="338138" y="231775"/>
            <a:ext cx="11506200" cy="6276975"/>
          </a:xfrm>
          <a:prstGeom prst="rect">
            <a:avLst/>
          </a:prstGeom>
          <a:noFill/>
          <a:ln w="9525">
            <a:noFill/>
            <a:miter lim="800000"/>
            <a:headEnd/>
            <a:tailEnd/>
          </a:ln>
        </p:spPr>
      </p:pic>
    </p:spTree>
  </p:cSld>
  <p:clrMapOvr>
    <a:masterClrMapping/>
  </p:clrMapOvr>
  <p:transition spd="slow">
    <p:cove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eaLnBrk="1" fontAlgn="auto" hangingPunct="1">
              <a:spcAft>
                <a:spcPts val="0"/>
              </a:spcAft>
              <a:defRPr/>
            </a:pPr>
            <a:endParaRPr lang="ru-RU"/>
          </a:p>
        </p:txBody>
      </p:sp>
      <p:pic>
        <p:nvPicPr>
          <p:cNvPr id="4" name="Объект 3"/>
          <p:cNvPicPr>
            <a:picLocks noGrp="1" noChangeAspect="1"/>
          </p:cNvPicPr>
          <p:nvPr>
            <p:ph idx="1"/>
          </p:nvPr>
        </p:nvPicPr>
        <p:blipFill>
          <a:blip r:embed="rId2">
            <a:extLst>
              <a:ext uri="{28A0092B-C50C-407E-A947-70E740481C1C}"/>
            </a:extLst>
          </a:blip>
          <a:stretch>
            <a:fillRect/>
          </a:stretch>
        </p:blipFill>
        <p:spPr>
          <a:xfrm>
            <a:off x="1555498" y="472086"/>
            <a:ext cx="9081003" cy="6097246"/>
          </a:xfrm>
          <a:solidFill>
            <a:srgbClr val="FFFFFF">
              <a:shade val="85000"/>
            </a:srgbClr>
          </a:solidFill>
          <a:ln w="88900" cap="sq">
            <a:solidFill>
              <a:srgbClr val="FFFFFF"/>
            </a:solidFill>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5" name="Прямоугольник 4"/>
          <p:cNvSpPr/>
          <p:nvPr/>
        </p:nvSpPr>
        <p:spPr>
          <a:xfrm>
            <a:off x="2262188" y="4425950"/>
            <a:ext cx="1428750" cy="1862138"/>
          </a:xfrm>
          <a:prstGeom prst="rect">
            <a:avLst/>
          </a:prstGeom>
        </p:spPr>
        <p:txBody>
          <a:bodyPr wrap="none">
            <a:spAutoFit/>
          </a:bodyPr>
          <a:lstStyle/>
          <a:p>
            <a:pPr fontAlgn="auto">
              <a:spcBef>
                <a:spcPts val="0"/>
              </a:spcBef>
              <a:spcAft>
                <a:spcPts val="0"/>
              </a:spcAft>
              <a:defRPr/>
            </a:pPr>
            <a:r>
              <a:rPr lang="ru-RU" sz="11500" dirty="0">
                <a:solidFill>
                  <a:schemeClr val="accent6">
                    <a:lumMod val="50000"/>
                  </a:schemeClr>
                </a:solidFill>
                <a:latin typeface="+mn-lt"/>
                <a:cs typeface="+mn-cs"/>
                <a:sym typeface="Wingdings" panose="05000000000000000000" pitchFamily="2" charset="2"/>
              </a:rPr>
              <a:t></a:t>
            </a:r>
            <a:endParaRPr lang="ru-RU" sz="11500" dirty="0">
              <a:solidFill>
                <a:schemeClr val="accent6">
                  <a:lumMod val="50000"/>
                </a:schemeClr>
              </a:solidFill>
              <a:latin typeface="+mn-lt"/>
              <a:cs typeface="+mn-cs"/>
            </a:endParaRPr>
          </a:p>
        </p:txBody>
      </p:sp>
      <p:pic>
        <p:nvPicPr>
          <p:cNvPr id="32772" name="Picture 6" descr="Amid-GPS-boom-paper-maps-hang-on-NK1PUTHV-x-large"/>
          <p:cNvPicPr>
            <a:picLocks noChangeAspect="1" noChangeArrowheads="1"/>
          </p:cNvPicPr>
          <p:nvPr/>
        </p:nvPicPr>
        <p:blipFill>
          <a:blip r:embed="rId3"/>
          <a:srcRect/>
          <a:stretch>
            <a:fillRect/>
          </a:stretch>
        </p:blipFill>
        <p:spPr bwMode="auto">
          <a:xfrm>
            <a:off x="757238" y="1017588"/>
            <a:ext cx="4014787" cy="2949575"/>
          </a:xfrm>
          <a:prstGeom prst="rect">
            <a:avLst/>
          </a:prstGeom>
          <a:noFill/>
          <a:ln w="9525">
            <a:noFill/>
            <a:miter lim="800000"/>
            <a:headEnd/>
            <a:tailEnd/>
          </a:ln>
        </p:spPr>
      </p:pic>
    </p:spTree>
  </p:cSld>
  <p:clrMapOvr>
    <a:masterClrMapping/>
  </p:clrMapOvr>
  <p:transition spd="slow">
    <p:cove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eaLnBrk="1" fontAlgn="auto" hangingPunct="1">
              <a:spcAft>
                <a:spcPts val="0"/>
              </a:spcAft>
              <a:defRPr/>
            </a:pPr>
            <a:endParaRPr lang="ru-RU"/>
          </a:p>
        </p:txBody>
      </p:sp>
      <p:pic>
        <p:nvPicPr>
          <p:cNvPr id="4" name="Объект 3"/>
          <p:cNvPicPr>
            <a:picLocks noGrp="1" noChangeAspect="1"/>
          </p:cNvPicPr>
          <p:nvPr>
            <p:ph idx="1"/>
          </p:nvPr>
        </p:nvPicPr>
        <p:blipFill>
          <a:blip r:embed="rId2">
            <a:extLst>
              <a:ext uri="{28A0092B-C50C-407E-A947-70E740481C1C}"/>
            </a:extLst>
          </a:blip>
          <a:stretch>
            <a:fillRect/>
          </a:stretch>
        </p:blipFill>
        <p:spPr>
          <a:xfrm>
            <a:off x="118119" y="289538"/>
            <a:ext cx="8660307" cy="6049842"/>
          </a:xfrm>
          <a:solidFill>
            <a:srgbClr val="FFFFFF">
              <a:shade val="85000"/>
            </a:srgbClr>
          </a:solidFill>
          <a:ln w="88900" cap="sq">
            <a:solidFill>
              <a:srgbClr val="FFFFFF"/>
            </a:solidFill>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5" name="Прямоугольник 4"/>
          <p:cNvSpPr/>
          <p:nvPr/>
        </p:nvSpPr>
        <p:spPr>
          <a:xfrm>
            <a:off x="496888" y="3043238"/>
            <a:ext cx="1416050" cy="1844675"/>
          </a:xfrm>
          <a:prstGeom prst="rect">
            <a:avLst/>
          </a:prstGeom>
        </p:spPr>
        <p:txBody>
          <a:bodyPr wrap="none">
            <a:spAutoFit/>
          </a:bodyPr>
          <a:lstStyle/>
          <a:p>
            <a:pPr fontAlgn="auto">
              <a:spcBef>
                <a:spcPts val="0"/>
              </a:spcBef>
              <a:spcAft>
                <a:spcPts val="0"/>
              </a:spcAft>
              <a:defRPr/>
            </a:pPr>
            <a:r>
              <a:rPr lang="ru-RU" sz="11500" dirty="0">
                <a:solidFill>
                  <a:schemeClr val="accent6">
                    <a:lumMod val="50000"/>
                  </a:schemeClr>
                </a:solidFill>
                <a:latin typeface="+mn-lt"/>
                <a:cs typeface="+mn-cs"/>
                <a:sym typeface="Wingdings" panose="05000000000000000000" pitchFamily="2" charset="2"/>
              </a:rPr>
              <a:t></a:t>
            </a:r>
            <a:endParaRPr lang="ru-RU" sz="11500" dirty="0">
              <a:solidFill>
                <a:schemeClr val="accent6">
                  <a:lumMod val="50000"/>
                </a:schemeClr>
              </a:solidFill>
              <a:latin typeface="+mn-lt"/>
              <a:cs typeface="+mn-cs"/>
            </a:endParaRPr>
          </a:p>
        </p:txBody>
      </p:sp>
      <p:sp>
        <p:nvSpPr>
          <p:cNvPr id="33796" name="AutoShape 6" descr="30 Breathtaking Future City Concept Art"/>
          <p:cNvSpPr>
            <a:spLocks noChangeAspect="1" noChangeArrowheads="1"/>
          </p:cNvSpPr>
          <p:nvPr/>
        </p:nvSpPr>
        <p:spPr bwMode="auto">
          <a:xfrm>
            <a:off x="5943600" y="3276600"/>
            <a:ext cx="304800" cy="304800"/>
          </a:xfrm>
          <a:prstGeom prst="rect">
            <a:avLst/>
          </a:prstGeom>
          <a:noFill/>
          <a:ln w="9525">
            <a:noFill/>
            <a:miter lim="800000"/>
            <a:headEnd/>
            <a:tailEnd/>
          </a:ln>
        </p:spPr>
        <p:txBody>
          <a:bodyPr/>
          <a:lstStyle/>
          <a:p>
            <a:endParaRPr lang="ro-RO"/>
          </a:p>
        </p:txBody>
      </p:sp>
      <p:sp>
        <p:nvSpPr>
          <p:cNvPr id="33797" name="AutoShape 8" descr="30 Breathtaking Future City Concept Art"/>
          <p:cNvSpPr>
            <a:spLocks noChangeAspect="1" noChangeArrowheads="1"/>
          </p:cNvSpPr>
          <p:nvPr/>
        </p:nvSpPr>
        <p:spPr bwMode="auto">
          <a:xfrm>
            <a:off x="5943600" y="3276600"/>
            <a:ext cx="304800" cy="304800"/>
          </a:xfrm>
          <a:prstGeom prst="rect">
            <a:avLst/>
          </a:prstGeom>
          <a:noFill/>
          <a:ln w="9525">
            <a:noFill/>
            <a:miter lim="800000"/>
            <a:headEnd/>
            <a:tailEnd/>
          </a:ln>
        </p:spPr>
        <p:txBody>
          <a:bodyPr/>
          <a:lstStyle/>
          <a:p>
            <a:endParaRPr lang="ro-RO"/>
          </a:p>
        </p:txBody>
      </p:sp>
      <p:sp>
        <p:nvSpPr>
          <p:cNvPr id="33798" name="AutoShape 10" descr="30 Breathtaking Future City Concept Art"/>
          <p:cNvSpPr>
            <a:spLocks noChangeAspect="1" noChangeArrowheads="1"/>
          </p:cNvSpPr>
          <p:nvPr/>
        </p:nvSpPr>
        <p:spPr bwMode="auto">
          <a:xfrm>
            <a:off x="5943600" y="3276600"/>
            <a:ext cx="304800" cy="304800"/>
          </a:xfrm>
          <a:prstGeom prst="rect">
            <a:avLst/>
          </a:prstGeom>
          <a:noFill/>
          <a:ln w="9525">
            <a:noFill/>
            <a:miter lim="800000"/>
            <a:headEnd/>
            <a:tailEnd/>
          </a:ln>
        </p:spPr>
        <p:txBody>
          <a:bodyPr/>
          <a:lstStyle/>
          <a:p>
            <a:endParaRPr lang="ro-RO"/>
          </a:p>
        </p:txBody>
      </p:sp>
      <p:pic>
        <p:nvPicPr>
          <p:cNvPr id="33799" name="Picture 12" descr="futurecity9"/>
          <p:cNvPicPr>
            <a:picLocks noChangeAspect="1" noChangeArrowheads="1"/>
          </p:cNvPicPr>
          <p:nvPr/>
        </p:nvPicPr>
        <p:blipFill>
          <a:blip r:embed="rId3"/>
          <a:srcRect/>
          <a:stretch>
            <a:fillRect/>
          </a:stretch>
        </p:blipFill>
        <p:spPr bwMode="auto">
          <a:xfrm>
            <a:off x="7246938" y="1235075"/>
            <a:ext cx="4727575" cy="3360738"/>
          </a:xfrm>
          <a:prstGeom prst="rect">
            <a:avLst/>
          </a:prstGeom>
          <a:noFill/>
          <a:ln w="9525">
            <a:noFill/>
            <a:miter lim="800000"/>
            <a:headEnd/>
            <a:tailEnd/>
          </a:ln>
        </p:spPr>
      </p:pic>
    </p:spTree>
  </p:cSld>
  <p:clrMapOvr>
    <a:masterClrMapping/>
  </p:clrMapOvr>
  <p:transition spd="slow">
    <p:cove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7" name="Рисунок 9"/>
          <p:cNvPicPr>
            <a:picLocks noChangeAspect="1"/>
          </p:cNvPicPr>
          <p:nvPr/>
        </p:nvPicPr>
        <p:blipFill>
          <a:blip r:embed="rId2"/>
          <a:srcRect/>
          <a:stretch>
            <a:fillRect/>
          </a:stretch>
        </p:blipFill>
        <p:spPr bwMode="auto">
          <a:xfrm rot="935725">
            <a:off x="6819900" y="152400"/>
            <a:ext cx="4311650" cy="4311650"/>
          </a:xfrm>
          <a:prstGeom prst="rect">
            <a:avLst/>
          </a:prstGeom>
          <a:noFill/>
          <a:ln w="9525">
            <a:noFill/>
            <a:miter lim="800000"/>
            <a:headEnd/>
            <a:tailEnd/>
          </a:ln>
        </p:spPr>
      </p:pic>
      <p:pic>
        <p:nvPicPr>
          <p:cNvPr id="34818" name="Рисунок 7"/>
          <p:cNvPicPr>
            <a:picLocks noChangeAspect="1"/>
          </p:cNvPicPr>
          <p:nvPr/>
        </p:nvPicPr>
        <p:blipFill>
          <a:blip r:embed="rId3"/>
          <a:srcRect/>
          <a:stretch>
            <a:fillRect/>
          </a:stretch>
        </p:blipFill>
        <p:spPr bwMode="auto">
          <a:xfrm rot="1242724">
            <a:off x="3927475" y="374650"/>
            <a:ext cx="4349750" cy="4349750"/>
          </a:xfrm>
          <a:prstGeom prst="rect">
            <a:avLst/>
          </a:prstGeom>
          <a:noFill/>
          <a:ln w="9525">
            <a:noFill/>
            <a:miter lim="800000"/>
            <a:headEnd/>
            <a:tailEnd/>
          </a:ln>
        </p:spPr>
      </p:pic>
      <p:pic>
        <p:nvPicPr>
          <p:cNvPr id="34819" name="Рисунок 3"/>
          <p:cNvPicPr>
            <a:picLocks noChangeAspect="1"/>
          </p:cNvPicPr>
          <p:nvPr/>
        </p:nvPicPr>
        <p:blipFill>
          <a:blip r:embed="rId4"/>
          <a:srcRect/>
          <a:stretch>
            <a:fillRect/>
          </a:stretch>
        </p:blipFill>
        <p:spPr bwMode="auto">
          <a:xfrm>
            <a:off x="339725" y="247650"/>
            <a:ext cx="3702050" cy="2459038"/>
          </a:xfrm>
          <a:prstGeom prst="rect">
            <a:avLst/>
          </a:prstGeom>
          <a:noFill/>
          <a:ln w="9525">
            <a:noFill/>
            <a:miter lim="800000"/>
            <a:headEnd/>
            <a:tailEnd/>
          </a:ln>
        </p:spPr>
      </p:pic>
      <p:pic>
        <p:nvPicPr>
          <p:cNvPr id="34820" name="Рисунок 4"/>
          <p:cNvPicPr>
            <a:picLocks noChangeAspect="1"/>
          </p:cNvPicPr>
          <p:nvPr/>
        </p:nvPicPr>
        <p:blipFill>
          <a:blip r:embed="rId5"/>
          <a:srcRect/>
          <a:stretch>
            <a:fillRect/>
          </a:stretch>
        </p:blipFill>
        <p:spPr bwMode="auto">
          <a:xfrm>
            <a:off x="4041775" y="4418013"/>
            <a:ext cx="3524250" cy="2219325"/>
          </a:xfrm>
          <a:prstGeom prst="rect">
            <a:avLst/>
          </a:prstGeom>
          <a:noFill/>
          <a:ln w="9525">
            <a:noFill/>
            <a:miter lim="800000"/>
            <a:headEnd/>
            <a:tailEnd/>
          </a:ln>
        </p:spPr>
      </p:pic>
      <p:pic>
        <p:nvPicPr>
          <p:cNvPr id="34821" name="Рисунок 5"/>
          <p:cNvPicPr>
            <a:picLocks noChangeAspect="1"/>
          </p:cNvPicPr>
          <p:nvPr/>
        </p:nvPicPr>
        <p:blipFill>
          <a:blip r:embed="rId6"/>
          <a:srcRect/>
          <a:stretch>
            <a:fillRect/>
          </a:stretch>
        </p:blipFill>
        <p:spPr bwMode="auto">
          <a:xfrm>
            <a:off x="409575" y="3922713"/>
            <a:ext cx="3562350" cy="2368550"/>
          </a:xfrm>
          <a:prstGeom prst="rect">
            <a:avLst/>
          </a:prstGeom>
          <a:noFill/>
          <a:ln w="9525">
            <a:noFill/>
            <a:miter lim="800000"/>
            <a:headEnd/>
            <a:tailEnd/>
          </a:ln>
        </p:spPr>
      </p:pic>
      <p:pic>
        <p:nvPicPr>
          <p:cNvPr id="34822" name="Рисунок 6"/>
          <p:cNvPicPr>
            <a:picLocks noChangeAspect="1"/>
          </p:cNvPicPr>
          <p:nvPr/>
        </p:nvPicPr>
        <p:blipFill>
          <a:blip r:embed="rId7"/>
          <a:srcRect/>
          <a:stretch>
            <a:fillRect/>
          </a:stretch>
        </p:blipFill>
        <p:spPr bwMode="auto">
          <a:xfrm>
            <a:off x="1939925" y="1866900"/>
            <a:ext cx="3798888" cy="2895600"/>
          </a:xfrm>
          <a:prstGeom prst="rect">
            <a:avLst/>
          </a:prstGeom>
          <a:noFill/>
          <a:ln w="9525">
            <a:noFill/>
            <a:miter lim="800000"/>
            <a:headEnd/>
            <a:tailEnd/>
          </a:ln>
        </p:spPr>
      </p:pic>
      <p:pic>
        <p:nvPicPr>
          <p:cNvPr id="34823" name="Рисунок 8"/>
          <p:cNvPicPr>
            <a:picLocks noChangeAspect="1"/>
          </p:cNvPicPr>
          <p:nvPr/>
        </p:nvPicPr>
        <p:blipFill>
          <a:blip r:embed="rId8"/>
          <a:srcRect/>
          <a:stretch>
            <a:fillRect/>
          </a:stretch>
        </p:blipFill>
        <p:spPr bwMode="auto">
          <a:xfrm rot="-855071">
            <a:off x="7043738" y="2205038"/>
            <a:ext cx="5599112" cy="4424362"/>
          </a:xfrm>
          <a:prstGeom prst="rect">
            <a:avLst/>
          </a:prstGeom>
          <a:noFill/>
          <a:ln w="9525">
            <a:noFill/>
            <a:miter lim="800000"/>
            <a:headEnd/>
            <a:tailEnd/>
          </a:ln>
        </p:spPr>
      </p:pic>
    </p:spTree>
  </p:cSld>
  <p:clrMapOvr>
    <a:masterClrMapping/>
  </p:clrMapOvr>
  <p:transition spd="slow">
    <p:cover/>
  </p:transition>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Небеса">
  <a:themeElements>
    <a:clrScheme name="Celestial">
      <a:dk1>
        <a:sysClr val="windowText" lastClr="000000"/>
      </a:dk1>
      <a:lt1>
        <a:sysClr val="window" lastClr="FFFFFF"/>
      </a:lt1>
      <a:dk2>
        <a:srgbClr val="16476F"/>
      </a:dk2>
      <a:lt2>
        <a:srgbClr val="EBEBEB"/>
      </a:lt2>
      <a:accent1>
        <a:srgbClr val="E5B458"/>
      </a:accent1>
      <a:accent2>
        <a:srgbClr val="F77754"/>
      </a:accent2>
      <a:accent3>
        <a:srgbClr val="D8507E"/>
      </a:accent3>
      <a:accent4>
        <a:srgbClr val="BC70EE"/>
      </a:accent4>
      <a:accent5>
        <a:srgbClr val="3CA2E2"/>
      </a:accent5>
      <a:accent6>
        <a:srgbClr val="91BF77"/>
      </a:accent6>
      <a:hlink>
        <a:srgbClr val="71DDAB"/>
      </a:hlink>
      <a:folHlink>
        <a:srgbClr val="A6E4C7"/>
      </a:folHlink>
    </a:clrScheme>
    <a:fontScheme name="Celestial">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 xmlns:thm15="http://schemas.microsoft.com/office/thememl/2012/main" name="Celestial" id="{C4BB2A3D-0E93-4C5F-B0D2-9D3FCE089CC5}" vid="{B36E0D05-787B-4C61-8268-2D6C1FBEDA32}"/>
    </a:ext>
  </a:extLst>
</a:theme>
</file>

<file path=docProps/app.xml><?xml version="1.0" encoding="utf-8"?>
<Properties xmlns="http://schemas.openxmlformats.org/officeDocument/2006/extended-properties" xmlns:vt="http://schemas.openxmlformats.org/officeDocument/2006/docPropsVTypes">
  <Template>TC103457452[[fn=Небесный]]</Template>
  <TotalTime>913</TotalTime>
  <Words>278</Words>
  <Application>Microsoft Office PowerPoint</Application>
  <PresentationFormat>Custom</PresentationFormat>
  <Paragraphs>32</Paragraphs>
  <Slides>16</Slides>
  <Notes>0</Notes>
  <HiddenSlides>0</HiddenSlides>
  <MMClips>0</MMClips>
  <ScaleCrop>false</ScaleCrop>
  <HeadingPairs>
    <vt:vector size="6" baseType="variant">
      <vt:variant>
        <vt:lpstr>Fonts Used</vt:lpstr>
      </vt:variant>
      <vt:variant>
        <vt:i4>4</vt:i4>
      </vt:variant>
      <vt:variant>
        <vt:lpstr>Design Template</vt:lpstr>
      </vt:variant>
      <vt:variant>
        <vt:i4>17</vt:i4>
      </vt:variant>
      <vt:variant>
        <vt:lpstr>Slide Titles</vt:lpstr>
      </vt:variant>
      <vt:variant>
        <vt:i4>16</vt:i4>
      </vt:variant>
    </vt:vector>
  </HeadingPairs>
  <TitlesOfParts>
    <vt:vector size="37" baseType="lpstr">
      <vt:lpstr>Arial</vt:lpstr>
      <vt:lpstr>Calibri Light</vt:lpstr>
      <vt:lpstr>Calibri</vt:lpstr>
      <vt:lpstr>Wingdings</vt:lpstr>
      <vt:lpstr>Небеса</vt:lpstr>
      <vt:lpstr>Небеса</vt:lpstr>
      <vt:lpstr>Небеса</vt:lpstr>
      <vt:lpstr>Небеса</vt:lpstr>
      <vt:lpstr>Небеса</vt:lpstr>
      <vt:lpstr>Небеса</vt:lpstr>
      <vt:lpstr>Небеса</vt:lpstr>
      <vt:lpstr>Небеса</vt:lpstr>
      <vt:lpstr>Небеса</vt:lpstr>
      <vt:lpstr>Небеса</vt:lpstr>
      <vt:lpstr>Небеса</vt:lpstr>
      <vt:lpstr>Небеса</vt:lpstr>
      <vt:lpstr>Небеса</vt:lpstr>
      <vt:lpstr>Небеса</vt:lpstr>
      <vt:lpstr>Небеса</vt:lpstr>
      <vt:lpstr>Небеса</vt:lpstr>
      <vt:lpstr>Небеса</vt:lpstr>
      <vt:lpstr>Slide 1</vt:lpstr>
      <vt:lpstr>Slide 2</vt:lpstr>
      <vt:lpstr>Slide 3</vt:lpstr>
      <vt:lpstr>Slide 4</vt:lpstr>
      <vt:lpstr>Slide 5</vt:lpstr>
      <vt:lpstr>SURVEY RESULTS </vt:lpstr>
      <vt:lpstr>Slide 7</vt:lpstr>
      <vt:lpstr>Slide 8</vt:lpstr>
      <vt:lpstr>Slide 9</vt:lpstr>
      <vt:lpstr>Slide 10</vt:lpstr>
      <vt:lpstr>Slide 11</vt:lpstr>
      <vt:lpstr>Slide 12</vt:lpstr>
      <vt:lpstr>Slide 13</vt:lpstr>
      <vt:lpstr>Slide 14</vt:lpstr>
      <vt:lpstr>Slide 15</vt:lpstr>
      <vt:lpstr>Slide 16</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DANGER OF THE TECHNOLOGY ADDICTION</dc:title>
  <dc:creator/>
  <cp:lastModifiedBy/>
  <cp:revision>16</cp:revision>
  <dcterms:created xsi:type="dcterms:W3CDTF">2014-05-26T19:18:17Z</dcterms:created>
  <dcterms:modified xsi:type="dcterms:W3CDTF">2014-05-28T07:06:07Z</dcterms:modified>
</cp:coreProperties>
</file>