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832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3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952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359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913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602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848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806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902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54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68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A5C2A-C8F7-41D0-B921-47B603A94A5D}" type="datetimeFigureOut">
              <a:rPr lang="ru-RU" smtClean="0"/>
              <a:t>25.07.2018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D7645-C8E7-47CA-96C1-08EA07D281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656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8956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1</cp:revision>
  <dcterms:created xsi:type="dcterms:W3CDTF">2018-07-25T14:29:35Z</dcterms:created>
  <dcterms:modified xsi:type="dcterms:W3CDTF">2018-07-25T14:29:42Z</dcterms:modified>
</cp:coreProperties>
</file>